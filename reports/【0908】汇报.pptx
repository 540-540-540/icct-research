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8"/>
  </p:notesMasterIdLst>
  <p:sldIdLst>
    <p:sldId id="2007578600" r:id="rId2"/>
    <p:sldId id="2007578661" r:id="rId3"/>
    <p:sldId id="2007578680" r:id="rId4"/>
    <p:sldId id="2007578670" r:id="rId5"/>
    <p:sldId id="2007578679" r:id="rId6"/>
    <p:sldId id="2007578660"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3" orient="horz" pos="648" userDrawn="1">
          <p15:clr>
            <a:srgbClr val="A4A3A4"/>
          </p15:clr>
        </p15:guide>
        <p15:guide id="4" orient="horz" pos="712" userDrawn="1">
          <p15:clr>
            <a:srgbClr val="A4A3A4"/>
          </p15:clr>
        </p15:guide>
        <p15:guide id="5" orient="horz" pos="3952" userDrawn="1">
          <p15:clr>
            <a:srgbClr val="A4A3A4"/>
          </p15:clr>
        </p15:guide>
        <p15:guide id="6" orient="horz" pos="3861" userDrawn="1">
          <p15:clr>
            <a:srgbClr val="A4A3A4"/>
          </p15:clr>
        </p15:guide>
        <p15:guide id="7"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00"/>
    <a:srgbClr val="E9ED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09" autoAdjust="0"/>
    <p:restoredTop sz="81677" autoAdjust="0"/>
  </p:normalViewPr>
  <p:slideViewPr>
    <p:cSldViewPr snapToGrid="0" showGuides="1">
      <p:cViewPr varScale="1">
        <p:scale>
          <a:sx n="99" d="100"/>
          <a:sy n="99" d="100"/>
        </p:scale>
        <p:origin x="1421" y="82"/>
      </p:cViewPr>
      <p:guideLst>
        <p:guide pos="415"/>
        <p:guide orient="horz" pos="648"/>
        <p:guide orient="horz" pos="712"/>
        <p:guide orient="horz" pos="3952"/>
        <p:guide orient="horz" pos="38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16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535B6-4D9E-4C0C-9343-A5081F9F58C0}" type="datetimeFigureOut">
              <a:rPr lang="zh-CN" altLang="en-US" smtClean="0"/>
              <a:t>2026/9/14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EFBDE0-74E2-41EB-B1F7-880CCDA95FAC}" type="slidenum">
              <a:rPr lang="zh-CN" altLang="en-US" smtClean="0"/>
              <a:t>‹#›</a:t>
            </a:fld>
            <a:endParaRPr lang="zh-CN" altLang="en-US"/>
          </a:p>
        </p:txBody>
      </p:sp>
    </p:spTree>
    <p:extLst>
      <p:ext uri="{BB962C8B-B14F-4D97-AF65-F5344CB8AC3E}">
        <p14:creationId xmlns:p14="http://schemas.microsoft.com/office/powerpoint/2010/main" val="3322498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5EFBDE0-74E2-41EB-B1F7-880CCDA95FAC}" type="slidenum">
              <a:rPr lang="zh-CN" altLang="en-US" smtClean="0"/>
              <a:t>1</a:t>
            </a:fld>
            <a:endParaRPr lang="zh-CN" altLang="en-US"/>
          </a:p>
        </p:txBody>
      </p:sp>
    </p:spTree>
    <p:extLst>
      <p:ext uri="{BB962C8B-B14F-4D97-AF65-F5344CB8AC3E}">
        <p14:creationId xmlns:p14="http://schemas.microsoft.com/office/powerpoint/2010/main" val="3845224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目标：研究量子电路作为图消息核心，能否改善多目标交互建模</a:t>
            </a:r>
            <a:endParaRPr lang="zh-CN" altLang="en-US" dirty="0"/>
          </a:p>
        </p:txBody>
      </p:sp>
      <p:sp>
        <p:nvSpPr>
          <p:cNvPr id="4" name="灯片编号占位符 3"/>
          <p:cNvSpPr>
            <a:spLocks noGrp="1"/>
          </p:cNvSpPr>
          <p:nvPr>
            <p:ph type="sldNum" sz="quarter" idx="5"/>
          </p:nvPr>
        </p:nvSpPr>
        <p:spPr/>
        <p:txBody>
          <a:bodyPr/>
          <a:lstStyle/>
          <a:p>
            <a:fld id="{55EFBDE0-74E2-41EB-B1F7-880CCDA95FAC}" type="slidenum">
              <a:rPr lang="zh-CN" altLang="en-US" smtClean="0"/>
              <a:t>2</a:t>
            </a:fld>
            <a:endParaRPr lang="zh-CN" altLang="en-US"/>
          </a:p>
        </p:txBody>
      </p:sp>
    </p:spTree>
    <p:extLst>
      <p:ext uri="{BB962C8B-B14F-4D97-AF65-F5344CB8AC3E}">
        <p14:creationId xmlns:p14="http://schemas.microsoft.com/office/powerpoint/2010/main" val="2803649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第一层</a:t>
            </a:r>
            <a:r>
              <a:rPr lang="en-US" altLang="zh-CN"/>
              <a:t>GNN</a:t>
            </a:r>
            <a:r>
              <a:rPr lang="zh-CN" altLang="en-US"/>
              <a:t>：初步建立交互关系，输入是每个目标的历史运动特征，以及相对位置、相对速度、距离、接近速度和碰撞时间等边特征。它先判断直接邻居的重要性，把原本主要描述单个目标的节点特征，变成包含周围目标影响的特征。</a:t>
            </a:r>
            <a:endParaRPr lang="en-US" altLang="zh-CN"/>
          </a:p>
          <a:p>
            <a:endParaRPr lang="en-US" altLang="zh-CN"/>
          </a:p>
          <a:p>
            <a:r>
              <a:rPr lang="zh-CN" altLang="en-US"/>
              <a:t>第二层</a:t>
            </a:r>
            <a:r>
              <a:rPr lang="en-US" altLang="zh-CN"/>
              <a:t>QGNN</a:t>
            </a:r>
            <a:r>
              <a:rPr lang="zh-CN" altLang="en-US"/>
              <a:t>：在已有交互上重新判断关系。此时输入节点已经包含第一轮邻居信息。量子电路根据接收节点、发送节点和物理边特征产生注意力与门控，再完成第二次聚合。它处理的是更高层的交互关系。</a:t>
            </a:r>
            <a:endParaRPr lang="en-US" altLang="zh-CN"/>
          </a:p>
          <a:p>
            <a:endParaRPr lang="en-US" altLang="zh-CN"/>
          </a:p>
          <a:p>
            <a:r>
              <a:rPr lang="zh-CN" altLang="en-US"/>
              <a:t>双层量子实验的性能下降，我认为可能的原因是第一层面对的是刚由历史编码器产生的节点特征，关系还没有经过充分整理，此时直接把关系决策压缩成</a:t>
            </a:r>
            <a:r>
              <a:rPr lang="en-US" altLang="zh-CN"/>
              <a:t>6</a:t>
            </a:r>
            <a:r>
              <a:rPr lang="zh-CN" altLang="en-US"/>
              <a:t>个角度和</a:t>
            </a:r>
            <a:r>
              <a:rPr lang="en-US" altLang="zh-CN"/>
              <a:t>12</a:t>
            </a:r>
            <a:r>
              <a:rPr lang="zh-CN" altLang="en-US"/>
              <a:t>个测量值，限制较强。因此最终保留“经典第一层＋量子第二层”。</a:t>
            </a:r>
            <a:endParaRPr lang="zh-CN" altLang="en-US" dirty="0"/>
          </a:p>
        </p:txBody>
      </p:sp>
      <p:sp>
        <p:nvSpPr>
          <p:cNvPr id="4" name="灯片编号占位符 3"/>
          <p:cNvSpPr>
            <a:spLocks noGrp="1"/>
          </p:cNvSpPr>
          <p:nvPr>
            <p:ph type="sldNum" sz="quarter" idx="5"/>
          </p:nvPr>
        </p:nvSpPr>
        <p:spPr/>
        <p:txBody>
          <a:bodyPr/>
          <a:lstStyle/>
          <a:p>
            <a:fld id="{55EFBDE0-74E2-41EB-B1F7-880CCDA95FAC}" type="slidenum">
              <a:rPr lang="zh-CN" altLang="en-US" smtClean="0"/>
              <a:t>3</a:t>
            </a:fld>
            <a:endParaRPr lang="zh-CN" altLang="en-US"/>
          </a:p>
        </p:txBody>
      </p:sp>
    </p:spTree>
    <p:extLst>
      <p:ext uri="{BB962C8B-B14F-4D97-AF65-F5344CB8AC3E}">
        <p14:creationId xmlns:p14="http://schemas.microsoft.com/office/powerpoint/2010/main" val="1408452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归一化层：先把不同来源的信息放到相近尺度      线性层：把复杂关系提炼成六个组合特征     </a:t>
            </a:r>
            <a:r>
              <a:rPr lang="en-US" altLang="zh-CN"/>
              <a:t>tanh</a:t>
            </a:r>
            <a:r>
              <a:rPr lang="zh-CN" altLang="en-US"/>
              <a:t>：把任意实数限制在有限范围</a:t>
            </a:r>
            <a:endParaRPr lang="en-US" altLang="zh-CN"/>
          </a:p>
          <a:p>
            <a:endParaRPr lang="en-US" altLang="zh-CN"/>
          </a:p>
          <a:p>
            <a:r>
              <a:rPr lang="zh-CN" altLang="en-US"/>
              <a:t>把当前图边的数据写入量子态；可训练量子旋转；依次执行         可训练量子参数量：</a:t>
            </a:r>
            <a:r>
              <a:rPr lang="en-US" altLang="zh-CN"/>
              <a:t>3</a:t>
            </a:r>
            <a:r>
              <a:rPr lang="zh-CN" altLang="en-US"/>
              <a:t>层</a:t>
            </a:r>
            <a:r>
              <a:rPr lang="en-US" altLang="zh-CN"/>
              <a:t>*6</a:t>
            </a:r>
            <a:r>
              <a:rPr lang="zh-CN" altLang="en-US"/>
              <a:t>比特</a:t>
            </a:r>
            <a:r>
              <a:rPr lang="en-US" altLang="zh-CN"/>
              <a:t>*3</a:t>
            </a:r>
            <a:r>
              <a:rPr lang="zh-CN" altLang="en-US"/>
              <a:t>旋转参数</a:t>
            </a:r>
            <a:r>
              <a:rPr lang="en-US" altLang="zh-CN"/>
              <a:t>=54</a:t>
            </a:r>
          </a:p>
          <a:p>
            <a:endParaRPr lang="en-US" altLang="zh-CN"/>
          </a:p>
          <a:p>
            <a:r>
              <a:rPr lang="zh-CN" altLang="en-US"/>
              <a:t>初始每个量子比特都是</a:t>
            </a:r>
            <a:r>
              <a:rPr lang="en-US" altLang="zh-CN"/>
              <a:t>0</a:t>
            </a:r>
            <a:r>
              <a:rPr lang="zh-CN" altLang="en-US"/>
              <a:t>，共有</a:t>
            </a:r>
            <a:r>
              <a:rPr lang="en-US" altLang="zh-CN"/>
              <a:t>2</a:t>
            </a:r>
            <a:r>
              <a:rPr lang="zh-CN" altLang="en-US"/>
              <a:t>的</a:t>
            </a:r>
            <a:r>
              <a:rPr lang="en-US" altLang="zh-CN"/>
              <a:t>6</a:t>
            </a:r>
            <a:r>
              <a:rPr lang="zh-CN" altLang="en-US"/>
              <a:t>次方</a:t>
            </a:r>
            <a:r>
              <a:rPr lang="en-US" altLang="zh-CN"/>
              <a:t>=64</a:t>
            </a:r>
            <a:r>
              <a:rPr lang="zh-CN" altLang="en-US"/>
              <a:t>个基态，</a:t>
            </a:r>
            <a:r>
              <a:rPr lang="en-US" altLang="zh-CN"/>
              <a:t>RY(</a:t>
            </a:r>
            <a:r>
              <a:rPr lang="el-GR" altLang="zh-CN"/>
              <a:t>θ)</a:t>
            </a:r>
            <a:r>
              <a:rPr lang="zh-CN" altLang="en-US"/>
              <a:t>把把输入信息写入量子态，将一个经典角度被转换成量子态中</a:t>
            </a:r>
            <a:r>
              <a:rPr lang="en-US" altLang="zh-CN"/>
              <a:t>0</a:t>
            </a:r>
            <a:r>
              <a:rPr lang="zh-CN" altLang="en-US"/>
              <a:t>和</a:t>
            </a:r>
            <a:r>
              <a:rPr lang="en-US" altLang="zh-CN"/>
              <a:t>1</a:t>
            </a:r>
            <a:r>
              <a:rPr lang="zh-CN" altLang="en-US"/>
              <a:t>的振幅比例，也就是说</a:t>
            </a:r>
            <a:r>
              <a:rPr lang="en-US" altLang="zh-CN"/>
              <a:t>RY</a:t>
            </a:r>
            <a:r>
              <a:rPr lang="zh-CN" altLang="en-US"/>
              <a:t>门是数据入口，经典编码器给出六个角度，六个</a:t>
            </a:r>
            <a:r>
              <a:rPr lang="en-US" altLang="zh-CN"/>
              <a:t>RY</a:t>
            </a:r>
            <a:r>
              <a:rPr lang="zh-CN" altLang="en-US"/>
              <a:t>门把这六个数字写入六个量子比特。</a:t>
            </a:r>
            <a:r>
              <a:rPr lang="en-US" altLang="zh-CN"/>
              <a:t>RZ–RY–RZ</a:t>
            </a:r>
            <a:r>
              <a:rPr lang="zh-CN" altLang="en-US"/>
              <a:t>是量子电路中的可训练权重，</a:t>
            </a:r>
            <a:r>
              <a:rPr lang="en-US" altLang="zh-CN"/>
              <a:t>RY</a:t>
            </a:r>
            <a:r>
              <a:rPr lang="zh-CN" altLang="en-US"/>
              <a:t>主要改变</a:t>
            </a:r>
            <a:r>
              <a:rPr lang="en-US" altLang="zh-CN"/>
              <a:t>0</a:t>
            </a:r>
            <a:r>
              <a:rPr lang="zh-CN" altLang="en-US"/>
              <a:t>和</a:t>
            </a:r>
            <a:r>
              <a:rPr lang="en-US" altLang="zh-CN"/>
              <a:t>1</a:t>
            </a:r>
            <a:r>
              <a:rPr lang="zh-CN" altLang="en-US"/>
              <a:t>的振幅比例；</a:t>
            </a:r>
            <a:r>
              <a:rPr lang="en-US" altLang="zh-CN"/>
              <a:t>RZ</a:t>
            </a:r>
            <a:r>
              <a:rPr lang="zh-CN" altLang="en-US"/>
              <a:t>主要改变两部分之间的相位关系。环形</a:t>
            </a:r>
            <a:r>
              <a:rPr lang="en-US" altLang="zh-CN"/>
              <a:t>CNOT</a:t>
            </a:r>
            <a:r>
              <a:rPr lang="zh-CN" altLang="en-US"/>
              <a:t>让不同量子比特发生联合变化，例如，一个量子角可能主要编码“距离”，另一个主要编码“接近速度”。经过纠缠后，电路可以表达类似：距离较近，并且仍在快速接近时，这条边非常重要。</a:t>
            </a:r>
            <a:endParaRPr lang="en-US" altLang="zh-CN"/>
          </a:p>
          <a:p>
            <a:endParaRPr lang="en-US" altLang="zh-CN"/>
          </a:p>
          <a:p>
            <a:r>
              <a:rPr lang="zh-CN" altLang="en-US"/>
              <a:t>为什么每层都重新执行</a:t>
            </a:r>
            <a:r>
              <a:rPr lang="en-US" altLang="zh-CN"/>
              <a:t>RY(θ)</a:t>
            </a:r>
            <a:r>
              <a:rPr lang="zh-CN" altLang="en-US"/>
              <a:t>：数据重上传。如果只在第一层编码一次，后续层只有可训练旋转和</a:t>
            </a:r>
            <a:r>
              <a:rPr lang="en-US" altLang="zh-CN"/>
              <a:t>CNOT</a:t>
            </a:r>
            <a:r>
              <a:rPr lang="zh-CN" altLang="en-US"/>
              <a:t>。模型对输入数据的直接依赖主要来自电路开头，深层只能不断变换第一次写入的信息。</a:t>
            </a:r>
          </a:p>
          <a:p>
            <a:endParaRPr lang="en-US" altLang="zh-CN"/>
          </a:p>
          <a:p>
            <a:r>
              <a:rPr lang="zh-CN" altLang="en-US"/>
              <a:t>量子电路不负责直接生成整条轨迹，而是负责判断目标之间的关系应该被重视多少。</a:t>
            </a:r>
          </a:p>
        </p:txBody>
      </p:sp>
      <p:sp>
        <p:nvSpPr>
          <p:cNvPr id="4" name="灯片编号占位符 3"/>
          <p:cNvSpPr>
            <a:spLocks noGrp="1"/>
          </p:cNvSpPr>
          <p:nvPr>
            <p:ph type="sldNum" sz="quarter" idx="5"/>
          </p:nvPr>
        </p:nvSpPr>
        <p:spPr/>
        <p:txBody>
          <a:bodyPr/>
          <a:lstStyle/>
          <a:p>
            <a:fld id="{55EFBDE0-74E2-41EB-B1F7-880CCDA95FAC}" type="slidenum">
              <a:rPr lang="zh-CN" altLang="en-US" smtClean="0"/>
              <a:t>4</a:t>
            </a:fld>
            <a:endParaRPr lang="zh-CN" altLang="en-US"/>
          </a:p>
        </p:txBody>
      </p:sp>
    </p:spTree>
    <p:extLst>
      <p:ext uri="{BB962C8B-B14F-4D97-AF65-F5344CB8AC3E}">
        <p14:creationId xmlns:p14="http://schemas.microsoft.com/office/powerpoint/2010/main" val="3804753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a:t>
            </a:r>
            <a:r>
              <a:rPr lang="en-US" altLang="zh-CN"/>
              <a:t>PennyLane</a:t>
            </a:r>
            <a:r>
              <a:rPr lang="zh-CN" altLang="en-US"/>
              <a:t>平台实现，在相同训练和评估协议下，采用</a:t>
            </a:r>
            <a:r>
              <a:rPr lang="en-US" altLang="zh-CN"/>
              <a:t>PennyLane</a:t>
            </a:r>
            <a:r>
              <a:rPr lang="zh-CN" altLang="en-US"/>
              <a:t>解析态矢量电路的</a:t>
            </a:r>
            <a:r>
              <a:rPr lang="en-US" altLang="zh-CN"/>
              <a:t>QGNN</a:t>
            </a:r>
            <a:r>
              <a:rPr lang="zh-CN" altLang="en-US"/>
              <a:t>在四档</a:t>
            </a:r>
            <a:r>
              <a:rPr lang="en-US" altLang="zh-CN"/>
              <a:t>SNR</a:t>
            </a:r>
            <a:r>
              <a:rPr lang="zh-CN" altLang="en-US"/>
              <a:t>上均优于原始</a:t>
            </a:r>
            <a:r>
              <a:rPr lang="en-US" altLang="zh-CN"/>
              <a:t>GNN</a:t>
            </a:r>
            <a:r>
              <a:rPr lang="zh-CN" altLang="en-US"/>
              <a:t>，开发集宏平均</a:t>
            </a:r>
            <a:r>
              <a:rPr lang="en-US" altLang="zh-CN"/>
              <a:t>ADE</a:t>
            </a:r>
            <a:r>
              <a:rPr lang="zh-CN" altLang="en-US"/>
              <a:t>和</a:t>
            </a:r>
            <a:r>
              <a:rPr lang="en-US" altLang="zh-CN"/>
              <a:t>FDE</a:t>
            </a:r>
            <a:r>
              <a:rPr lang="zh-CN" altLang="en-US"/>
              <a:t>分别降低</a:t>
            </a:r>
            <a:r>
              <a:rPr lang="en-US" altLang="zh-CN"/>
              <a:t>1.28%</a:t>
            </a:r>
            <a:r>
              <a:rPr lang="zh-CN" altLang="en-US"/>
              <a:t>和</a:t>
            </a:r>
            <a:r>
              <a:rPr lang="en-US" altLang="zh-CN"/>
              <a:t>1.42%</a:t>
            </a:r>
            <a:r>
              <a:rPr lang="zh-CN" altLang="en-US"/>
              <a:t>。</a:t>
            </a:r>
            <a:endParaRPr lang="en-US" altLang="zh-CN"/>
          </a:p>
        </p:txBody>
      </p:sp>
      <p:sp>
        <p:nvSpPr>
          <p:cNvPr id="4" name="灯片编号占位符 3"/>
          <p:cNvSpPr>
            <a:spLocks noGrp="1"/>
          </p:cNvSpPr>
          <p:nvPr>
            <p:ph type="sldNum" sz="quarter" idx="5"/>
          </p:nvPr>
        </p:nvSpPr>
        <p:spPr/>
        <p:txBody>
          <a:bodyPr/>
          <a:lstStyle/>
          <a:p>
            <a:fld id="{55EFBDE0-74E2-41EB-B1F7-880CCDA95FAC}" type="slidenum">
              <a:rPr lang="zh-CN" altLang="en-US" smtClean="0"/>
              <a:t>5</a:t>
            </a:fld>
            <a:endParaRPr lang="zh-CN" altLang="en-US"/>
          </a:p>
        </p:txBody>
      </p:sp>
    </p:spTree>
    <p:extLst>
      <p:ext uri="{BB962C8B-B14F-4D97-AF65-F5344CB8AC3E}">
        <p14:creationId xmlns:p14="http://schemas.microsoft.com/office/powerpoint/2010/main" val="22995186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grpSp>
        <p:nvGrpSpPr>
          <p:cNvPr id="57" name="组合 56">
            <a:extLst>
              <a:ext uri="{FF2B5EF4-FFF2-40B4-BE49-F238E27FC236}">
                <a16:creationId xmlns:a16="http://schemas.microsoft.com/office/drawing/2014/main" id="{2D0BE056-3E32-4D52-BD5F-E58E13677257}"/>
              </a:ext>
            </a:extLst>
          </p:cNvPr>
          <p:cNvGrpSpPr/>
          <p:nvPr userDrawn="1"/>
        </p:nvGrpSpPr>
        <p:grpSpPr>
          <a:xfrm>
            <a:off x="0" y="0"/>
            <a:ext cx="12192000" cy="6858000"/>
            <a:chOff x="0" y="0"/>
            <a:chExt cx="12192000" cy="6858000"/>
          </a:xfrm>
        </p:grpSpPr>
        <p:pic>
          <p:nvPicPr>
            <p:cNvPr id="58" name="图片 57">
              <a:extLst>
                <a:ext uri="{FF2B5EF4-FFF2-40B4-BE49-F238E27FC236}">
                  <a16:creationId xmlns:a16="http://schemas.microsoft.com/office/drawing/2014/main" id="{CF0EAFDE-F5AF-4010-AA16-35465D060B9C}"/>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a:off x="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59" name="图片 58">
              <a:extLst>
                <a:ext uri="{FF2B5EF4-FFF2-40B4-BE49-F238E27FC236}">
                  <a16:creationId xmlns:a16="http://schemas.microsoft.com/office/drawing/2014/main" id="{E3BBDEE9-9A04-4290-92BC-E03DFC76C3F5}"/>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flipH="1">
              <a:off x="609600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grpSp>
      <p:grpSp>
        <p:nvGrpSpPr>
          <p:cNvPr id="3" name="组合 2">
            <a:extLst>
              <a:ext uri="{FF2B5EF4-FFF2-40B4-BE49-F238E27FC236}">
                <a16:creationId xmlns:a16="http://schemas.microsoft.com/office/drawing/2014/main" id="{7B5ACF32-8FD6-4164-B578-37B28BDE46A1}"/>
              </a:ext>
            </a:extLst>
          </p:cNvPr>
          <p:cNvGrpSpPr/>
          <p:nvPr userDrawn="1"/>
        </p:nvGrpSpPr>
        <p:grpSpPr>
          <a:xfrm>
            <a:off x="488533" y="350887"/>
            <a:ext cx="1071559" cy="706622"/>
            <a:chOff x="10862918" y="-1343022"/>
            <a:chExt cx="865621" cy="570820"/>
          </a:xfrm>
          <a:solidFill>
            <a:schemeClr val="accent2">
              <a:alpha val="60000"/>
            </a:schemeClr>
          </a:solidFill>
        </p:grpSpPr>
        <p:grpSp>
          <p:nvGrpSpPr>
            <p:cNvPr id="4" name="组合 3">
              <a:extLst>
                <a:ext uri="{FF2B5EF4-FFF2-40B4-BE49-F238E27FC236}">
                  <a16:creationId xmlns:a16="http://schemas.microsoft.com/office/drawing/2014/main" id="{DA8A699C-C1A2-4A50-A68E-C6338EBE2030}"/>
                </a:ext>
              </a:extLst>
            </p:cNvPr>
            <p:cNvGrpSpPr/>
            <p:nvPr/>
          </p:nvGrpSpPr>
          <p:grpSpPr>
            <a:xfrm>
              <a:off x="10862918" y="-1343022"/>
              <a:ext cx="404507" cy="102777"/>
              <a:chOff x="4205854" y="-651841"/>
              <a:chExt cx="791324" cy="201059"/>
            </a:xfrm>
            <a:grpFill/>
          </p:grpSpPr>
          <p:sp>
            <p:nvSpPr>
              <p:cNvPr id="33" name="等腰三角形 32">
                <a:extLst>
                  <a:ext uri="{FF2B5EF4-FFF2-40B4-BE49-F238E27FC236}">
                    <a16:creationId xmlns:a16="http://schemas.microsoft.com/office/drawing/2014/main" id="{C456F22F-C240-4A12-8760-4B14B11E384B}"/>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4" name="椭圆 33">
                <a:extLst>
                  <a:ext uri="{FF2B5EF4-FFF2-40B4-BE49-F238E27FC236}">
                    <a16:creationId xmlns:a16="http://schemas.microsoft.com/office/drawing/2014/main" id="{A21D1896-425A-46D8-9F6F-E62F815849DE}"/>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5" name="矩形 34">
                <a:extLst>
                  <a:ext uri="{FF2B5EF4-FFF2-40B4-BE49-F238E27FC236}">
                    <a16:creationId xmlns:a16="http://schemas.microsoft.com/office/drawing/2014/main" id="{67172A82-DA96-45A7-8B20-C1C0FEE30E93}"/>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5" name="组合 4">
              <a:extLst>
                <a:ext uri="{FF2B5EF4-FFF2-40B4-BE49-F238E27FC236}">
                  <a16:creationId xmlns:a16="http://schemas.microsoft.com/office/drawing/2014/main" id="{1EB70999-7C89-4342-806D-2A426B4C25F5}"/>
                </a:ext>
              </a:extLst>
            </p:cNvPr>
            <p:cNvGrpSpPr/>
            <p:nvPr/>
          </p:nvGrpSpPr>
          <p:grpSpPr>
            <a:xfrm>
              <a:off x="11324032" y="-1343022"/>
              <a:ext cx="404507" cy="102777"/>
              <a:chOff x="4205854" y="-651841"/>
              <a:chExt cx="791324" cy="201059"/>
            </a:xfrm>
            <a:grpFill/>
          </p:grpSpPr>
          <p:sp>
            <p:nvSpPr>
              <p:cNvPr id="30" name="等腰三角形 29">
                <a:extLst>
                  <a:ext uri="{FF2B5EF4-FFF2-40B4-BE49-F238E27FC236}">
                    <a16:creationId xmlns:a16="http://schemas.microsoft.com/office/drawing/2014/main" id="{3DA22B81-CD9B-4F18-8A6E-7F3005605ECB}"/>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1" name="椭圆 30">
                <a:extLst>
                  <a:ext uri="{FF2B5EF4-FFF2-40B4-BE49-F238E27FC236}">
                    <a16:creationId xmlns:a16="http://schemas.microsoft.com/office/drawing/2014/main" id="{EBB7C9FA-178E-47B9-A6F4-713760DFEE9C}"/>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2" name="矩形 31">
                <a:extLst>
                  <a:ext uri="{FF2B5EF4-FFF2-40B4-BE49-F238E27FC236}">
                    <a16:creationId xmlns:a16="http://schemas.microsoft.com/office/drawing/2014/main" id="{74F9799F-576F-4C3F-8121-1D5E74EC21F3}"/>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6" name="组合 5">
              <a:extLst>
                <a:ext uri="{FF2B5EF4-FFF2-40B4-BE49-F238E27FC236}">
                  <a16:creationId xmlns:a16="http://schemas.microsoft.com/office/drawing/2014/main" id="{3BB4475B-94BA-4A8E-B1AD-5676C206FD0E}"/>
                </a:ext>
              </a:extLst>
            </p:cNvPr>
            <p:cNvGrpSpPr/>
            <p:nvPr/>
          </p:nvGrpSpPr>
          <p:grpSpPr>
            <a:xfrm>
              <a:off x="10862918" y="-1179416"/>
              <a:ext cx="404507" cy="102777"/>
              <a:chOff x="4205854" y="-651841"/>
              <a:chExt cx="791324" cy="201059"/>
            </a:xfrm>
            <a:grpFill/>
          </p:grpSpPr>
          <p:sp>
            <p:nvSpPr>
              <p:cNvPr id="27" name="等腰三角形 26">
                <a:extLst>
                  <a:ext uri="{FF2B5EF4-FFF2-40B4-BE49-F238E27FC236}">
                    <a16:creationId xmlns:a16="http://schemas.microsoft.com/office/drawing/2014/main" id="{6D7ED085-4DD4-40D9-A0DB-C174C545910F}"/>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8" name="椭圆 27">
                <a:extLst>
                  <a:ext uri="{FF2B5EF4-FFF2-40B4-BE49-F238E27FC236}">
                    <a16:creationId xmlns:a16="http://schemas.microsoft.com/office/drawing/2014/main" id="{B65EE02B-082A-492B-96CD-65AF2A38CAF0}"/>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9" name="矩形 28">
                <a:extLst>
                  <a:ext uri="{FF2B5EF4-FFF2-40B4-BE49-F238E27FC236}">
                    <a16:creationId xmlns:a16="http://schemas.microsoft.com/office/drawing/2014/main" id="{5CC0DFF4-C6D7-4C6A-8F7B-19504CF7BCB9}"/>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7" name="组合 6">
              <a:extLst>
                <a:ext uri="{FF2B5EF4-FFF2-40B4-BE49-F238E27FC236}">
                  <a16:creationId xmlns:a16="http://schemas.microsoft.com/office/drawing/2014/main" id="{BD7EFBD3-E7FE-4BBF-A00E-5CCA482F0D48}"/>
                </a:ext>
              </a:extLst>
            </p:cNvPr>
            <p:cNvGrpSpPr/>
            <p:nvPr/>
          </p:nvGrpSpPr>
          <p:grpSpPr>
            <a:xfrm>
              <a:off x="11324032" y="-1179416"/>
              <a:ext cx="404507" cy="102777"/>
              <a:chOff x="4205854" y="-651841"/>
              <a:chExt cx="791324" cy="201059"/>
            </a:xfrm>
            <a:grpFill/>
          </p:grpSpPr>
          <p:sp>
            <p:nvSpPr>
              <p:cNvPr id="24" name="等腰三角形 23">
                <a:extLst>
                  <a:ext uri="{FF2B5EF4-FFF2-40B4-BE49-F238E27FC236}">
                    <a16:creationId xmlns:a16="http://schemas.microsoft.com/office/drawing/2014/main" id="{9BB3E90B-FBA8-40EE-9C69-973E2E6F799A}"/>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5" name="椭圆 24">
                <a:extLst>
                  <a:ext uri="{FF2B5EF4-FFF2-40B4-BE49-F238E27FC236}">
                    <a16:creationId xmlns:a16="http://schemas.microsoft.com/office/drawing/2014/main" id="{729C90A1-A68D-4FDE-BC87-05EED6D0CB0C}"/>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6" name="矩形 25">
                <a:extLst>
                  <a:ext uri="{FF2B5EF4-FFF2-40B4-BE49-F238E27FC236}">
                    <a16:creationId xmlns:a16="http://schemas.microsoft.com/office/drawing/2014/main" id="{37A37690-C48E-4E9C-87EA-E053DB67CA09}"/>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8" name="组合 7">
              <a:extLst>
                <a:ext uri="{FF2B5EF4-FFF2-40B4-BE49-F238E27FC236}">
                  <a16:creationId xmlns:a16="http://schemas.microsoft.com/office/drawing/2014/main" id="{2B56432E-7B30-4262-A8E1-B43C402F94C6}"/>
                </a:ext>
              </a:extLst>
            </p:cNvPr>
            <p:cNvGrpSpPr/>
            <p:nvPr/>
          </p:nvGrpSpPr>
          <p:grpSpPr>
            <a:xfrm>
              <a:off x="10862918" y="-1015810"/>
              <a:ext cx="404507" cy="102777"/>
              <a:chOff x="4205854" y="-651841"/>
              <a:chExt cx="791324" cy="201059"/>
            </a:xfrm>
            <a:grpFill/>
          </p:grpSpPr>
          <p:sp>
            <p:nvSpPr>
              <p:cNvPr id="21" name="等腰三角形 20">
                <a:extLst>
                  <a:ext uri="{FF2B5EF4-FFF2-40B4-BE49-F238E27FC236}">
                    <a16:creationId xmlns:a16="http://schemas.microsoft.com/office/drawing/2014/main" id="{9D6A94AD-F10F-4B9D-9237-C52B4084A9DF}"/>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2" name="椭圆 21">
                <a:extLst>
                  <a:ext uri="{FF2B5EF4-FFF2-40B4-BE49-F238E27FC236}">
                    <a16:creationId xmlns:a16="http://schemas.microsoft.com/office/drawing/2014/main" id="{C258F6F9-784D-4FC9-9917-6AF5B417DCC1}"/>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3" name="矩形 22">
                <a:extLst>
                  <a:ext uri="{FF2B5EF4-FFF2-40B4-BE49-F238E27FC236}">
                    <a16:creationId xmlns:a16="http://schemas.microsoft.com/office/drawing/2014/main" id="{3838E812-46BB-4928-8D8C-4A1A9424E7CB}"/>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9" name="组合 8">
              <a:extLst>
                <a:ext uri="{FF2B5EF4-FFF2-40B4-BE49-F238E27FC236}">
                  <a16:creationId xmlns:a16="http://schemas.microsoft.com/office/drawing/2014/main" id="{4E4364E3-DDDA-490A-8F17-B4F7E4AC9F43}"/>
                </a:ext>
              </a:extLst>
            </p:cNvPr>
            <p:cNvGrpSpPr/>
            <p:nvPr/>
          </p:nvGrpSpPr>
          <p:grpSpPr>
            <a:xfrm>
              <a:off x="11324032" y="-1015810"/>
              <a:ext cx="404507" cy="102777"/>
              <a:chOff x="4205854" y="-651841"/>
              <a:chExt cx="791324" cy="201059"/>
            </a:xfrm>
            <a:grpFill/>
          </p:grpSpPr>
          <p:sp>
            <p:nvSpPr>
              <p:cNvPr id="18" name="等腰三角形 17">
                <a:extLst>
                  <a:ext uri="{FF2B5EF4-FFF2-40B4-BE49-F238E27FC236}">
                    <a16:creationId xmlns:a16="http://schemas.microsoft.com/office/drawing/2014/main" id="{BF626276-E44F-4BD9-8DB9-CE804FE3559E}"/>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椭圆 18">
                <a:extLst>
                  <a:ext uri="{FF2B5EF4-FFF2-40B4-BE49-F238E27FC236}">
                    <a16:creationId xmlns:a16="http://schemas.microsoft.com/office/drawing/2014/main" id="{22CB9CAC-1695-42F6-9B3B-0377259E1306}"/>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矩形 19">
                <a:extLst>
                  <a:ext uri="{FF2B5EF4-FFF2-40B4-BE49-F238E27FC236}">
                    <a16:creationId xmlns:a16="http://schemas.microsoft.com/office/drawing/2014/main" id="{CBBE5479-707D-43E9-86A2-777EF54181E5}"/>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0" name="组合 9">
              <a:extLst>
                <a:ext uri="{FF2B5EF4-FFF2-40B4-BE49-F238E27FC236}">
                  <a16:creationId xmlns:a16="http://schemas.microsoft.com/office/drawing/2014/main" id="{49A168FA-4B01-4081-A8E1-9D5785D31AAF}"/>
                </a:ext>
              </a:extLst>
            </p:cNvPr>
            <p:cNvGrpSpPr/>
            <p:nvPr/>
          </p:nvGrpSpPr>
          <p:grpSpPr>
            <a:xfrm>
              <a:off x="10862918" y="-874979"/>
              <a:ext cx="404507" cy="102777"/>
              <a:chOff x="4205854" y="-651841"/>
              <a:chExt cx="791324" cy="201059"/>
            </a:xfrm>
            <a:grpFill/>
          </p:grpSpPr>
          <p:sp>
            <p:nvSpPr>
              <p:cNvPr id="15" name="等腰三角形 14">
                <a:extLst>
                  <a:ext uri="{FF2B5EF4-FFF2-40B4-BE49-F238E27FC236}">
                    <a16:creationId xmlns:a16="http://schemas.microsoft.com/office/drawing/2014/main" id="{E276D34E-42F0-4344-8EDB-30429C71D672}"/>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6" name="椭圆 15">
                <a:extLst>
                  <a:ext uri="{FF2B5EF4-FFF2-40B4-BE49-F238E27FC236}">
                    <a16:creationId xmlns:a16="http://schemas.microsoft.com/office/drawing/2014/main" id="{A01AFD9B-E94B-4863-98C3-73409EC877B3}"/>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矩形 16">
                <a:extLst>
                  <a:ext uri="{FF2B5EF4-FFF2-40B4-BE49-F238E27FC236}">
                    <a16:creationId xmlns:a16="http://schemas.microsoft.com/office/drawing/2014/main" id="{2B490C54-BFFE-49C2-BF9A-E71B5C9FEB13}"/>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1" name="组合 10">
              <a:extLst>
                <a:ext uri="{FF2B5EF4-FFF2-40B4-BE49-F238E27FC236}">
                  <a16:creationId xmlns:a16="http://schemas.microsoft.com/office/drawing/2014/main" id="{071E656D-2D82-419E-B3F6-7E2FB850CF06}"/>
                </a:ext>
              </a:extLst>
            </p:cNvPr>
            <p:cNvGrpSpPr/>
            <p:nvPr/>
          </p:nvGrpSpPr>
          <p:grpSpPr>
            <a:xfrm>
              <a:off x="11324032" y="-874979"/>
              <a:ext cx="404507" cy="102777"/>
              <a:chOff x="4205854" y="-651841"/>
              <a:chExt cx="791324" cy="201059"/>
            </a:xfrm>
            <a:grpFill/>
          </p:grpSpPr>
          <p:sp>
            <p:nvSpPr>
              <p:cNvPr id="12" name="等腰三角形 11">
                <a:extLst>
                  <a:ext uri="{FF2B5EF4-FFF2-40B4-BE49-F238E27FC236}">
                    <a16:creationId xmlns:a16="http://schemas.microsoft.com/office/drawing/2014/main" id="{243EDA59-FB57-4744-B2A2-7411AD82843A}"/>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3" name="椭圆 12">
                <a:extLst>
                  <a:ext uri="{FF2B5EF4-FFF2-40B4-BE49-F238E27FC236}">
                    <a16:creationId xmlns:a16="http://schemas.microsoft.com/office/drawing/2014/main" id="{B753260F-DE80-4DE6-9F9C-B81F76C540D3}"/>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4" name="矩形 13">
                <a:extLst>
                  <a:ext uri="{FF2B5EF4-FFF2-40B4-BE49-F238E27FC236}">
                    <a16:creationId xmlns:a16="http://schemas.microsoft.com/office/drawing/2014/main" id="{56114A21-475B-4908-B8BD-BC35E477CCF3}"/>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sp>
        <p:nvSpPr>
          <p:cNvPr id="36" name="矩形 35">
            <a:extLst>
              <a:ext uri="{FF2B5EF4-FFF2-40B4-BE49-F238E27FC236}">
                <a16:creationId xmlns:a16="http://schemas.microsoft.com/office/drawing/2014/main" id="{124EE8B5-0BA4-4D2D-9BE6-07B9D92ED14A}"/>
              </a:ext>
            </a:extLst>
          </p:cNvPr>
          <p:cNvSpPr/>
          <p:nvPr userDrawn="1"/>
        </p:nvSpPr>
        <p:spPr>
          <a:xfrm>
            <a:off x="840422" y="726731"/>
            <a:ext cx="10511156" cy="5415915"/>
          </a:xfrm>
          <a:prstGeom prst="rect">
            <a:avLst/>
          </a:prstGeom>
          <a:pattFill prst="ltHorz">
            <a:fgClr>
              <a:schemeClr val="bg1">
                <a:lumMod val="95000"/>
              </a:schemeClr>
            </a:fgClr>
            <a:bgClr>
              <a:schemeClr val="bg1"/>
            </a:bgClr>
          </a:pattFill>
          <a:ln>
            <a:noFill/>
          </a:ln>
          <a:effectLst>
            <a:outerShdw blurRad="762000" dist="508000" dir="5400000" sx="80000" sy="8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37" name="直接连接符 36">
            <a:extLst>
              <a:ext uri="{FF2B5EF4-FFF2-40B4-BE49-F238E27FC236}">
                <a16:creationId xmlns:a16="http://schemas.microsoft.com/office/drawing/2014/main" id="{EAA8AC5C-63B7-402D-8B92-0FFC5CB9B915}"/>
              </a:ext>
            </a:extLst>
          </p:cNvPr>
          <p:cNvCxnSpPr>
            <a:cxnSpLocks/>
          </p:cNvCxnSpPr>
          <p:nvPr userDrawn="1"/>
        </p:nvCxnSpPr>
        <p:spPr>
          <a:xfrm>
            <a:off x="840422" y="718185"/>
            <a:ext cx="10511156"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1C001A35-318E-48B4-8594-9EA19131D15C}"/>
              </a:ext>
            </a:extLst>
          </p:cNvPr>
          <p:cNvGrpSpPr/>
          <p:nvPr userDrawn="1"/>
        </p:nvGrpSpPr>
        <p:grpSpPr>
          <a:xfrm>
            <a:off x="10381889" y="891431"/>
            <a:ext cx="801049" cy="400525"/>
            <a:chOff x="10324375" y="2127425"/>
            <a:chExt cx="1228496" cy="614248"/>
          </a:xfrm>
        </p:grpSpPr>
        <p:grpSp>
          <p:nvGrpSpPr>
            <p:cNvPr id="51" name="组合 50">
              <a:extLst>
                <a:ext uri="{FF2B5EF4-FFF2-40B4-BE49-F238E27FC236}">
                  <a16:creationId xmlns:a16="http://schemas.microsoft.com/office/drawing/2014/main" id="{78A4B294-8FAF-4671-90B2-931D838C5040}"/>
                </a:ext>
              </a:extLst>
            </p:cNvPr>
            <p:cNvGrpSpPr/>
            <p:nvPr/>
          </p:nvGrpSpPr>
          <p:grpSpPr>
            <a:xfrm flipH="1">
              <a:off x="10324375" y="2127425"/>
              <a:ext cx="614248" cy="614248"/>
              <a:chOff x="4644572" y="4891315"/>
              <a:chExt cx="667656" cy="667656"/>
            </a:xfrm>
          </p:grpSpPr>
          <p:sp>
            <p:nvSpPr>
              <p:cNvPr id="54" name="矩形 53">
                <a:extLst>
                  <a:ext uri="{FF2B5EF4-FFF2-40B4-BE49-F238E27FC236}">
                    <a16:creationId xmlns:a16="http://schemas.microsoft.com/office/drawing/2014/main" id="{22131016-2501-4875-85CC-A0849D92493B}"/>
                  </a:ext>
                </a:extLst>
              </p:cNvPr>
              <p:cNvSpPr/>
              <p:nvPr/>
            </p:nvSpPr>
            <p:spPr>
              <a:xfrm>
                <a:off x="4644572" y="4891315"/>
                <a:ext cx="667656" cy="667656"/>
              </a:xfrm>
              <a:prstGeom prst="rect">
                <a:avLst/>
              </a:prstGeom>
              <a:solidFill>
                <a:srgbClr val="FFFFFF">
                  <a:alpha val="50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sp>
            <p:nvSpPr>
              <p:cNvPr id="55" name="任意多边形: 形状 54">
                <a:extLst>
                  <a:ext uri="{FF2B5EF4-FFF2-40B4-BE49-F238E27FC236}">
                    <a16:creationId xmlns:a16="http://schemas.microsoft.com/office/drawing/2014/main" id="{D6A67759-E125-48E7-842D-846E3BDE16C3}"/>
                  </a:ext>
                </a:extLst>
              </p:cNvPr>
              <p:cNvSpPr/>
              <p:nvPr/>
            </p:nvSpPr>
            <p:spPr>
              <a:xfrm rot="18900000">
                <a:off x="4918305" y="5184098"/>
                <a:ext cx="82090" cy="82090"/>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
          <p:nvSpPr>
            <p:cNvPr id="52" name="矩形 51">
              <a:extLst>
                <a:ext uri="{FF2B5EF4-FFF2-40B4-BE49-F238E27FC236}">
                  <a16:creationId xmlns:a16="http://schemas.microsoft.com/office/drawing/2014/main" id="{842A2C6F-D753-4156-8CB2-2E574D575ED5}"/>
                </a:ext>
              </a:extLst>
            </p:cNvPr>
            <p:cNvSpPr/>
            <p:nvPr/>
          </p:nvSpPr>
          <p:spPr>
            <a:xfrm>
              <a:off x="10938623" y="2127425"/>
              <a:ext cx="614248" cy="614248"/>
            </a:xfrm>
            <a:prstGeom prst="rect">
              <a:avLst/>
            </a:prstGeom>
            <a:solidFill>
              <a:schemeClr val="accent2"/>
            </a:solidFill>
            <a:ln w="12700" cap="rnd">
              <a:solidFill>
                <a:schemeClr val="accent2"/>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dirty="0">
                <a:ln>
                  <a:noFill/>
                </a:ln>
                <a:solidFill>
                  <a:srgbClr val="FFFFFF"/>
                </a:solidFill>
                <a:effectLst/>
                <a:uLnTx/>
                <a:uFillTx/>
                <a:cs typeface="+mn-ea"/>
                <a:sym typeface="+mn-lt"/>
              </a:endParaRPr>
            </a:p>
          </p:txBody>
        </p:sp>
        <p:sp>
          <p:nvSpPr>
            <p:cNvPr id="53" name="任意多边形: 形状 52">
              <a:extLst>
                <a:ext uri="{FF2B5EF4-FFF2-40B4-BE49-F238E27FC236}">
                  <a16:creationId xmlns:a16="http://schemas.microsoft.com/office/drawing/2014/main" id="{A5A895D8-891A-4E66-B946-C113F9FDE2D8}"/>
                </a:ext>
              </a:extLst>
            </p:cNvPr>
            <p:cNvSpPr/>
            <p:nvPr/>
          </p:nvSpPr>
          <p:spPr>
            <a:xfrm rot="18900000">
              <a:off x="11190459" y="2396788"/>
              <a:ext cx="75523" cy="75523"/>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Tree>
    <p:extLst>
      <p:ext uri="{BB962C8B-B14F-4D97-AF65-F5344CB8AC3E}">
        <p14:creationId xmlns:p14="http://schemas.microsoft.com/office/powerpoint/2010/main" val="2930086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grpSp>
        <p:nvGrpSpPr>
          <p:cNvPr id="107" name="组合 106">
            <a:extLst>
              <a:ext uri="{FF2B5EF4-FFF2-40B4-BE49-F238E27FC236}">
                <a16:creationId xmlns:a16="http://schemas.microsoft.com/office/drawing/2014/main" id="{D2A6F4F7-5A3C-4EDB-92EE-436FF1C23689}"/>
              </a:ext>
            </a:extLst>
          </p:cNvPr>
          <p:cNvGrpSpPr/>
          <p:nvPr userDrawn="1"/>
        </p:nvGrpSpPr>
        <p:grpSpPr>
          <a:xfrm>
            <a:off x="0" y="0"/>
            <a:ext cx="12192000" cy="6858000"/>
            <a:chOff x="0" y="0"/>
            <a:chExt cx="12192000" cy="6858000"/>
          </a:xfrm>
        </p:grpSpPr>
        <p:pic>
          <p:nvPicPr>
            <p:cNvPr id="108" name="图片 107">
              <a:extLst>
                <a:ext uri="{FF2B5EF4-FFF2-40B4-BE49-F238E27FC236}">
                  <a16:creationId xmlns:a16="http://schemas.microsoft.com/office/drawing/2014/main" id="{3D7E5374-85F5-4463-B556-AE16AAAF78EB}"/>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a:off x="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09" name="图片 108">
              <a:extLst>
                <a:ext uri="{FF2B5EF4-FFF2-40B4-BE49-F238E27FC236}">
                  <a16:creationId xmlns:a16="http://schemas.microsoft.com/office/drawing/2014/main" id="{8E815711-A117-4E78-B8A1-345FEF63B76D}"/>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flipH="1">
              <a:off x="609600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grpSp>
      <p:grpSp>
        <p:nvGrpSpPr>
          <p:cNvPr id="3" name="组合 2">
            <a:extLst>
              <a:ext uri="{FF2B5EF4-FFF2-40B4-BE49-F238E27FC236}">
                <a16:creationId xmlns:a16="http://schemas.microsoft.com/office/drawing/2014/main" id="{30EAC839-524C-48C3-810C-20108A5CAF92}"/>
              </a:ext>
            </a:extLst>
          </p:cNvPr>
          <p:cNvGrpSpPr/>
          <p:nvPr userDrawn="1"/>
        </p:nvGrpSpPr>
        <p:grpSpPr>
          <a:xfrm>
            <a:off x="660399" y="1704379"/>
            <a:ext cx="10869403" cy="4429721"/>
            <a:chOff x="629490" y="1477108"/>
            <a:chExt cx="10933021" cy="3092262"/>
          </a:xfrm>
        </p:grpSpPr>
        <p:sp>
          <p:nvSpPr>
            <p:cNvPr id="4" name="矩形 3">
              <a:extLst>
                <a:ext uri="{FF2B5EF4-FFF2-40B4-BE49-F238E27FC236}">
                  <a16:creationId xmlns:a16="http://schemas.microsoft.com/office/drawing/2014/main" id="{7AAA3BB4-3BC0-4445-8DB1-2B94B379289E}"/>
                </a:ext>
              </a:extLst>
            </p:cNvPr>
            <p:cNvSpPr/>
            <p:nvPr/>
          </p:nvSpPr>
          <p:spPr>
            <a:xfrm>
              <a:off x="629490" y="1477108"/>
              <a:ext cx="10933021" cy="3092262"/>
            </a:xfrm>
            <a:prstGeom prst="rect">
              <a:avLst/>
            </a:prstGeom>
            <a:pattFill prst="ltHorz">
              <a:fgClr>
                <a:schemeClr val="bg1">
                  <a:lumMod val="95000"/>
                </a:schemeClr>
              </a:fgClr>
              <a:bgClr>
                <a:schemeClr val="bg1"/>
              </a:bgClr>
            </a:pattFill>
            <a:ln>
              <a:noFill/>
            </a:ln>
            <a:effectLst>
              <a:outerShdw blurRad="762000" dist="508000" dir="5400000" sx="80000" sy="8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5" name="直接连接符 4">
              <a:extLst>
                <a:ext uri="{FF2B5EF4-FFF2-40B4-BE49-F238E27FC236}">
                  <a16:creationId xmlns:a16="http://schemas.microsoft.com/office/drawing/2014/main" id="{682C8598-03C5-4AC4-9D19-65D2F55AC501}"/>
                </a:ext>
              </a:extLst>
            </p:cNvPr>
            <p:cNvCxnSpPr>
              <a:cxnSpLocks/>
            </p:cNvCxnSpPr>
            <p:nvPr/>
          </p:nvCxnSpPr>
          <p:spPr>
            <a:xfrm>
              <a:off x="629490" y="1477108"/>
              <a:ext cx="10893489"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0448BDC6-57BD-44B8-A128-89ACCD2BD296}"/>
              </a:ext>
            </a:extLst>
          </p:cNvPr>
          <p:cNvGrpSpPr/>
          <p:nvPr userDrawn="1"/>
        </p:nvGrpSpPr>
        <p:grpSpPr>
          <a:xfrm>
            <a:off x="11111077" y="201568"/>
            <a:ext cx="1071559" cy="706622"/>
            <a:chOff x="10862918" y="-1343022"/>
            <a:chExt cx="865621" cy="570820"/>
          </a:xfrm>
          <a:solidFill>
            <a:schemeClr val="accent2">
              <a:alpha val="60000"/>
            </a:schemeClr>
          </a:solidFill>
        </p:grpSpPr>
        <p:grpSp>
          <p:nvGrpSpPr>
            <p:cNvPr id="7" name="组合 6">
              <a:extLst>
                <a:ext uri="{FF2B5EF4-FFF2-40B4-BE49-F238E27FC236}">
                  <a16:creationId xmlns:a16="http://schemas.microsoft.com/office/drawing/2014/main" id="{7764DFDA-A0CB-4C1E-ACB4-D5ED6E9107B0}"/>
                </a:ext>
              </a:extLst>
            </p:cNvPr>
            <p:cNvGrpSpPr/>
            <p:nvPr/>
          </p:nvGrpSpPr>
          <p:grpSpPr>
            <a:xfrm>
              <a:off x="10862918" y="-1343022"/>
              <a:ext cx="404507" cy="102777"/>
              <a:chOff x="4205854" y="-651841"/>
              <a:chExt cx="791324" cy="201059"/>
            </a:xfrm>
            <a:grpFill/>
          </p:grpSpPr>
          <p:sp>
            <p:nvSpPr>
              <p:cNvPr id="36" name="等腰三角形 35">
                <a:extLst>
                  <a:ext uri="{FF2B5EF4-FFF2-40B4-BE49-F238E27FC236}">
                    <a16:creationId xmlns:a16="http://schemas.microsoft.com/office/drawing/2014/main" id="{0F079AF4-0197-4398-A5B9-D682AD59DAF5}"/>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7" name="椭圆 36">
                <a:extLst>
                  <a:ext uri="{FF2B5EF4-FFF2-40B4-BE49-F238E27FC236}">
                    <a16:creationId xmlns:a16="http://schemas.microsoft.com/office/drawing/2014/main" id="{68389C89-B4E9-4D8A-B1E8-F653FD8759E0}"/>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8" name="矩形 37">
                <a:extLst>
                  <a:ext uri="{FF2B5EF4-FFF2-40B4-BE49-F238E27FC236}">
                    <a16:creationId xmlns:a16="http://schemas.microsoft.com/office/drawing/2014/main" id="{22C52CE8-4575-44BC-8EAA-9A03A4731E09}"/>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8" name="组合 7">
              <a:extLst>
                <a:ext uri="{FF2B5EF4-FFF2-40B4-BE49-F238E27FC236}">
                  <a16:creationId xmlns:a16="http://schemas.microsoft.com/office/drawing/2014/main" id="{72C75367-41EF-4246-A7F8-8DC22C88E8CB}"/>
                </a:ext>
              </a:extLst>
            </p:cNvPr>
            <p:cNvGrpSpPr/>
            <p:nvPr/>
          </p:nvGrpSpPr>
          <p:grpSpPr>
            <a:xfrm>
              <a:off x="11324032" y="-1343022"/>
              <a:ext cx="404507" cy="102777"/>
              <a:chOff x="4205854" y="-651841"/>
              <a:chExt cx="791324" cy="201059"/>
            </a:xfrm>
            <a:grpFill/>
          </p:grpSpPr>
          <p:sp>
            <p:nvSpPr>
              <p:cNvPr id="33" name="等腰三角形 32">
                <a:extLst>
                  <a:ext uri="{FF2B5EF4-FFF2-40B4-BE49-F238E27FC236}">
                    <a16:creationId xmlns:a16="http://schemas.microsoft.com/office/drawing/2014/main" id="{DAEB16C6-67D3-4B14-A3A3-E98B8EF4B23E}"/>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4" name="椭圆 33">
                <a:extLst>
                  <a:ext uri="{FF2B5EF4-FFF2-40B4-BE49-F238E27FC236}">
                    <a16:creationId xmlns:a16="http://schemas.microsoft.com/office/drawing/2014/main" id="{9BA0A109-0FD4-4A03-A26B-05C5D4278A82}"/>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5" name="矩形 34">
                <a:extLst>
                  <a:ext uri="{FF2B5EF4-FFF2-40B4-BE49-F238E27FC236}">
                    <a16:creationId xmlns:a16="http://schemas.microsoft.com/office/drawing/2014/main" id="{B45B3274-3C52-4AEC-8E3C-3CEF7670640D}"/>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9" name="组合 8">
              <a:extLst>
                <a:ext uri="{FF2B5EF4-FFF2-40B4-BE49-F238E27FC236}">
                  <a16:creationId xmlns:a16="http://schemas.microsoft.com/office/drawing/2014/main" id="{31391722-3326-4419-B70D-068DB24C62EE}"/>
                </a:ext>
              </a:extLst>
            </p:cNvPr>
            <p:cNvGrpSpPr/>
            <p:nvPr/>
          </p:nvGrpSpPr>
          <p:grpSpPr>
            <a:xfrm>
              <a:off x="10862918" y="-1179416"/>
              <a:ext cx="404507" cy="102777"/>
              <a:chOff x="4205854" y="-651841"/>
              <a:chExt cx="791324" cy="201059"/>
            </a:xfrm>
            <a:grpFill/>
          </p:grpSpPr>
          <p:sp>
            <p:nvSpPr>
              <p:cNvPr id="30" name="等腰三角形 29">
                <a:extLst>
                  <a:ext uri="{FF2B5EF4-FFF2-40B4-BE49-F238E27FC236}">
                    <a16:creationId xmlns:a16="http://schemas.microsoft.com/office/drawing/2014/main" id="{2695E892-00FB-44D5-896B-546E3DCB7A20}"/>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1" name="椭圆 30">
                <a:extLst>
                  <a:ext uri="{FF2B5EF4-FFF2-40B4-BE49-F238E27FC236}">
                    <a16:creationId xmlns:a16="http://schemas.microsoft.com/office/drawing/2014/main" id="{C12AA455-70F2-4FB5-AAD3-93E661C51C10}"/>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2" name="矩形 31">
                <a:extLst>
                  <a:ext uri="{FF2B5EF4-FFF2-40B4-BE49-F238E27FC236}">
                    <a16:creationId xmlns:a16="http://schemas.microsoft.com/office/drawing/2014/main" id="{F3FE392F-83D7-49C9-8A7B-D3670C83F555}"/>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0" name="组合 9">
              <a:extLst>
                <a:ext uri="{FF2B5EF4-FFF2-40B4-BE49-F238E27FC236}">
                  <a16:creationId xmlns:a16="http://schemas.microsoft.com/office/drawing/2014/main" id="{ED5F22C8-11D3-457A-BF04-D5F672CF8FB9}"/>
                </a:ext>
              </a:extLst>
            </p:cNvPr>
            <p:cNvGrpSpPr/>
            <p:nvPr/>
          </p:nvGrpSpPr>
          <p:grpSpPr>
            <a:xfrm>
              <a:off x="11324032" y="-1179416"/>
              <a:ext cx="404507" cy="102777"/>
              <a:chOff x="4205854" y="-651841"/>
              <a:chExt cx="791324" cy="201059"/>
            </a:xfrm>
            <a:grpFill/>
          </p:grpSpPr>
          <p:sp>
            <p:nvSpPr>
              <p:cNvPr id="27" name="等腰三角形 26">
                <a:extLst>
                  <a:ext uri="{FF2B5EF4-FFF2-40B4-BE49-F238E27FC236}">
                    <a16:creationId xmlns:a16="http://schemas.microsoft.com/office/drawing/2014/main" id="{37A5DA48-7BD0-499B-A934-92A7806E5F57}"/>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8" name="椭圆 27">
                <a:extLst>
                  <a:ext uri="{FF2B5EF4-FFF2-40B4-BE49-F238E27FC236}">
                    <a16:creationId xmlns:a16="http://schemas.microsoft.com/office/drawing/2014/main" id="{1717D3B1-156F-4639-BD29-B85350F1D43F}"/>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9" name="矩形 28">
                <a:extLst>
                  <a:ext uri="{FF2B5EF4-FFF2-40B4-BE49-F238E27FC236}">
                    <a16:creationId xmlns:a16="http://schemas.microsoft.com/office/drawing/2014/main" id="{986D446B-DE0F-4AB4-AB14-6003174C3859}"/>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1" name="组合 10">
              <a:extLst>
                <a:ext uri="{FF2B5EF4-FFF2-40B4-BE49-F238E27FC236}">
                  <a16:creationId xmlns:a16="http://schemas.microsoft.com/office/drawing/2014/main" id="{EA2415EB-B467-4836-914F-02E0C4BA9F55}"/>
                </a:ext>
              </a:extLst>
            </p:cNvPr>
            <p:cNvGrpSpPr/>
            <p:nvPr/>
          </p:nvGrpSpPr>
          <p:grpSpPr>
            <a:xfrm>
              <a:off x="10862918" y="-1015810"/>
              <a:ext cx="404507" cy="102777"/>
              <a:chOff x="4205854" y="-651841"/>
              <a:chExt cx="791324" cy="201059"/>
            </a:xfrm>
            <a:grpFill/>
          </p:grpSpPr>
          <p:sp>
            <p:nvSpPr>
              <p:cNvPr id="24" name="等腰三角形 23">
                <a:extLst>
                  <a:ext uri="{FF2B5EF4-FFF2-40B4-BE49-F238E27FC236}">
                    <a16:creationId xmlns:a16="http://schemas.microsoft.com/office/drawing/2014/main" id="{0DBBAB34-DC59-49AB-9D57-49EC290ADA29}"/>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5" name="椭圆 24">
                <a:extLst>
                  <a:ext uri="{FF2B5EF4-FFF2-40B4-BE49-F238E27FC236}">
                    <a16:creationId xmlns:a16="http://schemas.microsoft.com/office/drawing/2014/main" id="{5FAFEB5B-C8F0-4133-AA8B-DC986988F592}"/>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6" name="矩形 25">
                <a:extLst>
                  <a:ext uri="{FF2B5EF4-FFF2-40B4-BE49-F238E27FC236}">
                    <a16:creationId xmlns:a16="http://schemas.microsoft.com/office/drawing/2014/main" id="{042FDA11-6B02-4F5E-B0EE-C168BCCA86B7}"/>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2" name="组合 11">
              <a:extLst>
                <a:ext uri="{FF2B5EF4-FFF2-40B4-BE49-F238E27FC236}">
                  <a16:creationId xmlns:a16="http://schemas.microsoft.com/office/drawing/2014/main" id="{32CBF3FE-8FD8-4EA0-83DE-A5ABED9F3A82}"/>
                </a:ext>
              </a:extLst>
            </p:cNvPr>
            <p:cNvGrpSpPr/>
            <p:nvPr/>
          </p:nvGrpSpPr>
          <p:grpSpPr>
            <a:xfrm>
              <a:off x="11324032" y="-1015810"/>
              <a:ext cx="404507" cy="102777"/>
              <a:chOff x="4205854" y="-651841"/>
              <a:chExt cx="791324" cy="201059"/>
            </a:xfrm>
            <a:grpFill/>
          </p:grpSpPr>
          <p:sp>
            <p:nvSpPr>
              <p:cNvPr id="21" name="等腰三角形 20">
                <a:extLst>
                  <a:ext uri="{FF2B5EF4-FFF2-40B4-BE49-F238E27FC236}">
                    <a16:creationId xmlns:a16="http://schemas.microsoft.com/office/drawing/2014/main" id="{7CB189A6-8BBA-4320-8705-774D44509AAD}"/>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2" name="椭圆 21">
                <a:extLst>
                  <a:ext uri="{FF2B5EF4-FFF2-40B4-BE49-F238E27FC236}">
                    <a16:creationId xmlns:a16="http://schemas.microsoft.com/office/drawing/2014/main" id="{7B1F447F-6794-48AE-8AD4-B28CB70797BD}"/>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3" name="矩形 22">
                <a:extLst>
                  <a:ext uri="{FF2B5EF4-FFF2-40B4-BE49-F238E27FC236}">
                    <a16:creationId xmlns:a16="http://schemas.microsoft.com/office/drawing/2014/main" id="{83533CE8-36C7-4F52-91AA-A9E5C546B5BD}"/>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3" name="组合 12">
              <a:extLst>
                <a:ext uri="{FF2B5EF4-FFF2-40B4-BE49-F238E27FC236}">
                  <a16:creationId xmlns:a16="http://schemas.microsoft.com/office/drawing/2014/main" id="{39774331-06D9-44CE-AFE5-407F34FEECF1}"/>
                </a:ext>
              </a:extLst>
            </p:cNvPr>
            <p:cNvGrpSpPr/>
            <p:nvPr/>
          </p:nvGrpSpPr>
          <p:grpSpPr>
            <a:xfrm>
              <a:off x="10862918" y="-874979"/>
              <a:ext cx="404507" cy="102777"/>
              <a:chOff x="4205854" y="-651841"/>
              <a:chExt cx="791324" cy="201059"/>
            </a:xfrm>
            <a:grpFill/>
          </p:grpSpPr>
          <p:sp>
            <p:nvSpPr>
              <p:cNvPr id="18" name="等腰三角形 17">
                <a:extLst>
                  <a:ext uri="{FF2B5EF4-FFF2-40B4-BE49-F238E27FC236}">
                    <a16:creationId xmlns:a16="http://schemas.microsoft.com/office/drawing/2014/main" id="{36E7DD24-F8DB-4177-8647-F1017D7A23C5}"/>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椭圆 18">
                <a:extLst>
                  <a:ext uri="{FF2B5EF4-FFF2-40B4-BE49-F238E27FC236}">
                    <a16:creationId xmlns:a16="http://schemas.microsoft.com/office/drawing/2014/main" id="{E3BC9201-B629-4E57-8809-C283877803E7}"/>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矩形 19">
                <a:extLst>
                  <a:ext uri="{FF2B5EF4-FFF2-40B4-BE49-F238E27FC236}">
                    <a16:creationId xmlns:a16="http://schemas.microsoft.com/office/drawing/2014/main" id="{A4AED7DA-B460-47CB-AFBB-CF2545D1616B}"/>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4" name="组合 13">
              <a:extLst>
                <a:ext uri="{FF2B5EF4-FFF2-40B4-BE49-F238E27FC236}">
                  <a16:creationId xmlns:a16="http://schemas.microsoft.com/office/drawing/2014/main" id="{E37756E9-D13C-44F2-9108-EA50DDAFC42C}"/>
                </a:ext>
              </a:extLst>
            </p:cNvPr>
            <p:cNvGrpSpPr/>
            <p:nvPr/>
          </p:nvGrpSpPr>
          <p:grpSpPr>
            <a:xfrm>
              <a:off x="11324032" y="-874979"/>
              <a:ext cx="404507" cy="102777"/>
              <a:chOff x="4205854" y="-651841"/>
              <a:chExt cx="791324" cy="201059"/>
            </a:xfrm>
            <a:grpFill/>
          </p:grpSpPr>
          <p:sp>
            <p:nvSpPr>
              <p:cNvPr id="15" name="等腰三角形 14">
                <a:extLst>
                  <a:ext uri="{FF2B5EF4-FFF2-40B4-BE49-F238E27FC236}">
                    <a16:creationId xmlns:a16="http://schemas.microsoft.com/office/drawing/2014/main" id="{E0433830-028E-4890-AD48-D820D7595044}"/>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6" name="椭圆 15">
                <a:extLst>
                  <a:ext uri="{FF2B5EF4-FFF2-40B4-BE49-F238E27FC236}">
                    <a16:creationId xmlns:a16="http://schemas.microsoft.com/office/drawing/2014/main" id="{276E6470-C273-4D8C-88D6-DFCD3AE8536C}"/>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矩形 16">
                <a:extLst>
                  <a:ext uri="{FF2B5EF4-FFF2-40B4-BE49-F238E27FC236}">
                    <a16:creationId xmlns:a16="http://schemas.microsoft.com/office/drawing/2014/main" id="{8FFBB334-A6CD-4BD8-9A3A-65B93A88E47F}"/>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grpSp>
        <p:nvGrpSpPr>
          <p:cNvPr id="39" name="组合 38">
            <a:extLst>
              <a:ext uri="{FF2B5EF4-FFF2-40B4-BE49-F238E27FC236}">
                <a16:creationId xmlns:a16="http://schemas.microsoft.com/office/drawing/2014/main" id="{772F8CFF-4EC4-4EFD-BF10-F50FABEF352E}"/>
              </a:ext>
            </a:extLst>
          </p:cNvPr>
          <p:cNvGrpSpPr/>
          <p:nvPr userDrawn="1"/>
        </p:nvGrpSpPr>
        <p:grpSpPr>
          <a:xfrm>
            <a:off x="93890" y="227654"/>
            <a:ext cx="1665407" cy="1098226"/>
            <a:chOff x="10862918" y="-1343022"/>
            <a:chExt cx="865621" cy="570820"/>
          </a:xfrm>
          <a:solidFill>
            <a:schemeClr val="accent2">
              <a:alpha val="20000"/>
            </a:schemeClr>
          </a:solidFill>
        </p:grpSpPr>
        <p:grpSp>
          <p:nvGrpSpPr>
            <p:cNvPr id="40" name="组合 39">
              <a:extLst>
                <a:ext uri="{FF2B5EF4-FFF2-40B4-BE49-F238E27FC236}">
                  <a16:creationId xmlns:a16="http://schemas.microsoft.com/office/drawing/2014/main" id="{78B47794-B1C4-455C-9853-8E04D7B5E902}"/>
                </a:ext>
              </a:extLst>
            </p:cNvPr>
            <p:cNvGrpSpPr/>
            <p:nvPr/>
          </p:nvGrpSpPr>
          <p:grpSpPr>
            <a:xfrm>
              <a:off x="10862918" y="-1343022"/>
              <a:ext cx="404507" cy="102777"/>
              <a:chOff x="4205854" y="-651841"/>
              <a:chExt cx="791324" cy="201059"/>
            </a:xfrm>
            <a:grpFill/>
          </p:grpSpPr>
          <p:sp>
            <p:nvSpPr>
              <p:cNvPr id="69" name="等腰三角形 68">
                <a:extLst>
                  <a:ext uri="{FF2B5EF4-FFF2-40B4-BE49-F238E27FC236}">
                    <a16:creationId xmlns:a16="http://schemas.microsoft.com/office/drawing/2014/main" id="{112DDD17-0518-425D-B289-8F6F46B6D4D9}"/>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0" name="椭圆 69">
                <a:extLst>
                  <a:ext uri="{FF2B5EF4-FFF2-40B4-BE49-F238E27FC236}">
                    <a16:creationId xmlns:a16="http://schemas.microsoft.com/office/drawing/2014/main" id="{5D962B07-B8F0-404D-B879-87934C22A1DD}"/>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矩形 70">
                <a:extLst>
                  <a:ext uri="{FF2B5EF4-FFF2-40B4-BE49-F238E27FC236}">
                    <a16:creationId xmlns:a16="http://schemas.microsoft.com/office/drawing/2014/main" id="{AD5446CB-9605-4915-95DF-CBC16865A244}"/>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1" name="组合 40">
              <a:extLst>
                <a:ext uri="{FF2B5EF4-FFF2-40B4-BE49-F238E27FC236}">
                  <a16:creationId xmlns:a16="http://schemas.microsoft.com/office/drawing/2014/main" id="{D8C1E986-6D25-4779-9F0E-4BE7249D4BE9}"/>
                </a:ext>
              </a:extLst>
            </p:cNvPr>
            <p:cNvGrpSpPr/>
            <p:nvPr/>
          </p:nvGrpSpPr>
          <p:grpSpPr>
            <a:xfrm>
              <a:off x="11324032" y="-1343022"/>
              <a:ext cx="404507" cy="102777"/>
              <a:chOff x="4205854" y="-651841"/>
              <a:chExt cx="791324" cy="201059"/>
            </a:xfrm>
            <a:grpFill/>
          </p:grpSpPr>
          <p:sp>
            <p:nvSpPr>
              <p:cNvPr id="66" name="等腰三角形 65">
                <a:extLst>
                  <a:ext uri="{FF2B5EF4-FFF2-40B4-BE49-F238E27FC236}">
                    <a16:creationId xmlns:a16="http://schemas.microsoft.com/office/drawing/2014/main" id="{C604E5A7-935E-4706-B431-A8D1D1D810B0}"/>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7" name="椭圆 66">
                <a:extLst>
                  <a:ext uri="{FF2B5EF4-FFF2-40B4-BE49-F238E27FC236}">
                    <a16:creationId xmlns:a16="http://schemas.microsoft.com/office/drawing/2014/main" id="{F088AAF7-B5D5-43AD-B63F-2971BB2DCF80}"/>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8" name="矩形 67">
                <a:extLst>
                  <a:ext uri="{FF2B5EF4-FFF2-40B4-BE49-F238E27FC236}">
                    <a16:creationId xmlns:a16="http://schemas.microsoft.com/office/drawing/2014/main" id="{952206F5-E682-4CEC-9382-9437FC482A10}"/>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2" name="组合 41">
              <a:extLst>
                <a:ext uri="{FF2B5EF4-FFF2-40B4-BE49-F238E27FC236}">
                  <a16:creationId xmlns:a16="http://schemas.microsoft.com/office/drawing/2014/main" id="{5C084665-5A93-40BB-B72A-FD5B7657FB0D}"/>
                </a:ext>
              </a:extLst>
            </p:cNvPr>
            <p:cNvGrpSpPr/>
            <p:nvPr/>
          </p:nvGrpSpPr>
          <p:grpSpPr>
            <a:xfrm>
              <a:off x="10862918" y="-1179416"/>
              <a:ext cx="404507" cy="102777"/>
              <a:chOff x="4205854" y="-651841"/>
              <a:chExt cx="791324" cy="201059"/>
            </a:xfrm>
            <a:grpFill/>
          </p:grpSpPr>
          <p:sp>
            <p:nvSpPr>
              <p:cNvPr id="63" name="等腰三角形 62">
                <a:extLst>
                  <a:ext uri="{FF2B5EF4-FFF2-40B4-BE49-F238E27FC236}">
                    <a16:creationId xmlns:a16="http://schemas.microsoft.com/office/drawing/2014/main" id="{E1A12095-88C0-417B-8173-EE1333DE22A1}"/>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4" name="椭圆 63">
                <a:extLst>
                  <a:ext uri="{FF2B5EF4-FFF2-40B4-BE49-F238E27FC236}">
                    <a16:creationId xmlns:a16="http://schemas.microsoft.com/office/drawing/2014/main" id="{41DD6F93-0088-4BEC-AA97-5E8381342C09}"/>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5" name="矩形 64">
                <a:extLst>
                  <a:ext uri="{FF2B5EF4-FFF2-40B4-BE49-F238E27FC236}">
                    <a16:creationId xmlns:a16="http://schemas.microsoft.com/office/drawing/2014/main" id="{9547DBB9-1CEB-45DA-A6B4-5A1B7C23C49D}"/>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3" name="组合 42">
              <a:extLst>
                <a:ext uri="{FF2B5EF4-FFF2-40B4-BE49-F238E27FC236}">
                  <a16:creationId xmlns:a16="http://schemas.microsoft.com/office/drawing/2014/main" id="{72D8F705-01E9-454F-8D7F-91E52FD568CA}"/>
                </a:ext>
              </a:extLst>
            </p:cNvPr>
            <p:cNvGrpSpPr/>
            <p:nvPr/>
          </p:nvGrpSpPr>
          <p:grpSpPr>
            <a:xfrm>
              <a:off x="11324032" y="-1179416"/>
              <a:ext cx="404507" cy="102777"/>
              <a:chOff x="4205854" y="-651841"/>
              <a:chExt cx="791324" cy="201059"/>
            </a:xfrm>
            <a:grpFill/>
          </p:grpSpPr>
          <p:sp>
            <p:nvSpPr>
              <p:cNvPr id="60" name="等腰三角形 59">
                <a:extLst>
                  <a:ext uri="{FF2B5EF4-FFF2-40B4-BE49-F238E27FC236}">
                    <a16:creationId xmlns:a16="http://schemas.microsoft.com/office/drawing/2014/main" id="{EA974B06-436C-4864-B62E-8128D99356BB}"/>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1" name="椭圆 60">
                <a:extLst>
                  <a:ext uri="{FF2B5EF4-FFF2-40B4-BE49-F238E27FC236}">
                    <a16:creationId xmlns:a16="http://schemas.microsoft.com/office/drawing/2014/main" id="{1F3C5E0D-1FB9-468D-BBBF-690F27CD643F}"/>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2" name="矩形 61">
                <a:extLst>
                  <a:ext uri="{FF2B5EF4-FFF2-40B4-BE49-F238E27FC236}">
                    <a16:creationId xmlns:a16="http://schemas.microsoft.com/office/drawing/2014/main" id="{16172416-26A5-4803-9FED-7E5075DCC90A}"/>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4" name="组合 43">
              <a:extLst>
                <a:ext uri="{FF2B5EF4-FFF2-40B4-BE49-F238E27FC236}">
                  <a16:creationId xmlns:a16="http://schemas.microsoft.com/office/drawing/2014/main" id="{4E164737-01CE-4E27-B750-C5F02315D2AE}"/>
                </a:ext>
              </a:extLst>
            </p:cNvPr>
            <p:cNvGrpSpPr/>
            <p:nvPr/>
          </p:nvGrpSpPr>
          <p:grpSpPr>
            <a:xfrm>
              <a:off x="10862918" y="-1015810"/>
              <a:ext cx="404507" cy="102777"/>
              <a:chOff x="4205854" y="-651841"/>
              <a:chExt cx="791324" cy="201059"/>
            </a:xfrm>
            <a:grpFill/>
          </p:grpSpPr>
          <p:sp>
            <p:nvSpPr>
              <p:cNvPr id="57" name="等腰三角形 56">
                <a:extLst>
                  <a:ext uri="{FF2B5EF4-FFF2-40B4-BE49-F238E27FC236}">
                    <a16:creationId xmlns:a16="http://schemas.microsoft.com/office/drawing/2014/main" id="{1D5B0DCD-7E18-474B-AA5A-64D7CFBE1314}"/>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8" name="椭圆 57">
                <a:extLst>
                  <a:ext uri="{FF2B5EF4-FFF2-40B4-BE49-F238E27FC236}">
                    <a16:creationId xmlns:a16="http://schemas.microsoft.com/office/drawing/2014/main" id="{F432D19F-FBD2-454C-AF9F-5472CECDA20A}"/>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9" name="矩形 58">
                <a:extLst>
                  <a:ext uri="{FF2B5EF4-FFF2-40B4-BE49-F238E27FC236}">
                    <a16:creationId xmlns:a16="http://schemas.microsoft.com/office/drawing/2014/main" id="{6AB4E8A7-6AFB-4F41-B6B5-05C73C55D977}"/>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5" name="组合 44">
              <a:extLst>
                <a:ext uri="{FF2B5EF4-FFF2-40B4-BE49-F238E27FC236}">
                  <a16:creationId xmlns:a16="http://schemas.microsoft.com/office/drawing/2014/main" id="{2CF6377E-78F0-494B-95BE-4F782E48F3C0}"/>
                </a:ext>
              </a:extLst>
            </p:cNvPr>
            <p:cNvGrpSpPr/>
            <p:nvPr/>
          </p:nvGrpSpPr>
          <p:grpSpPr>
            <a:xfrm>
              <a:off x="11324032" y="-1015810"/>
              <a:ext cx="404507" cy="102777"/>
              <a:chOff x="4205854" y="-651841"/>
              <a:chExt cx="791324" cy="201059"/>
            </a:xfrm>
            <a:grpFill/>
          </p:grpSpPr>
          <p:sp>
            <p:nvSpPr>
              <p:cNvPr id="54" name="等腰三角形 53">
                <a:extLst>
                  <a:ext uri="{FF2B5EF4-FFF2-40B4-BE49-F238E27FC236}">
                    <a16:creationId xmlns:a16="http://schemas.microsoft.com/office/drawing/2014/main" id="{DC9CCE3B-D985-4405-AB87-117A0A255323}"/>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5" name="椭圆 54">
                <a:extLst>
                  <a:ext uri="{FF2B5EF4-FFF2-40B4-BE49-F238E27FC236}">
                    <a16:creationId xmlns:a16="http://schemas.microsoft.com/office/drawing/2014/main" id="{75D93100-2DEF-4106-A0B6-83D62A2DC517}"/>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6" name="矩形 55">
                <a:extLst>
                  <a:ext uri="{FF2B5EF4-FFF2-40B4-BE49-F238E27FC236}">
                    <a16:creationId xmlns:a16="http://schemas.microsoft.com/office/drawing/2014/main" id="{0180C6E0-1D5F-4945-A952-18E95E713DC5}"/>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6" name="组合 45">
              <a:extLst>
                <a:ext uri="{FF2B5EF4-FFF2-40B4-BE49-F238E27FC236}">
                  <a16:creationId xmlns:a16="http://schemas.microsoft.com/office/drawing/2014/main" id="{6C966893-448B-44EB-A2F1-8A2B41AF5CFA}"/>
                </a:ext>
              </a:extLst>
            </p:cNvPr>
            <p:cNvGrpSpPr/>
            <p:nvPr/>
          </p:nvGrpSpPr>
          <p:grpSpPr>
            <a:xfrm>
              <a:off x="10862918" y="-874979"/>
              <a:ext cx="404507" cy="102777"/>
              <a:chOff x="4205854" y="-651841"/>
              <a:chExt cx="791324" cy="201059"/>
            </a:xfrm>
            <a:grpFill/>
          </p:grpSpPr>
          <p:sp>
            <p:nvSpPr>
              <p:cNvPr id="51" name="等腰三角形 50">
                <a:extLst>
                  <a:ext uri="{FF2B5EF4-FFF2-40B4-BE49-F238E27FC236}">
                    <a16:creationId xmlns:a16="http://schemas.microsoft.com/office/drawing/2014/main" id="{5F620320-45DA-4223-9956-BB3A5FE2EA4E}"/>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2" name="椭圆 51">
                <a:extLst>
                  <a:ext uri="{FF2B5EF4-FFF2-40B4-BE49-F238E27FC236}">
                    <a16:creationId xmlns:a16="http://schemas.microsoft.com/office/drawing/2014/main" id="{6F5E6B7F-8AEB-4875-98ED-2DAEE0EB6601}"/>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3" name="矩形 52">
                <a:extLst>
                  <a:ext uri="{FF2B5EF4-FFF2-40B4-BE49-F238E27FC236}">
                    <a16:creationId xmlns:a16="http://schemas.microsoft.com/office/drawing/2014/main" id="{9C454A17-8B8F-4462-BB0C-8D3337C9C5F4}"/>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7" name="组合 46">
              <a:extLst>
                <a:ext uri="{FF2B5EF4-FFF2-40B4-BE49-F238E27FC236}">
                  <a16:creationId xmlns:a16="http://schemas.microsoft.com/office/drawing/2014/main" id="{AAEF3509-5D6A-4147-9DB8-3CFCB044B3F3}"/>
                </a:ext>
              </a:extLst>
            </p:cNvPr>
            <p:cNvGrpSpPr/>
            <p:nvPr/>
          </p:nvGrpSpPr>
          <p:grpSpPr>
            <a:xfrm>
              <a:off x="11324032" y="-874979"/>
              <a:ext cx="404507" cy="102777"/>
              <a:chOff x="4205854" y="-651841"/>
              <a:chExt cx="791324" cy="201059"/>
            </a:xfrm>
            <a:grpFill/>
          </p:grpSpPr>
          <p:sp>
            <p:nvSpPr>
              <p:cNvPr id="48" name="等腰三角形 47">
                <a:extLst>
                  <a:ext uri="{FF2B5EF4-FFF2-40B4-BE49-F238E27FC236}">
                    <a16:creationId xmlns:a16="http://schemas.microsoft.com/office/drawing/2014/main" id="{E1411E60-4BD2-4364-AE27-AA31A4D63950}"/>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9" name="椭圆 48">
                <a:extLst>
                  <a:ext uri="{FF2B5EF4-FFF2-40B4-BE49-F238E27FC236}">
                    <a16:creationId xmlns:a16="http://schemas.microsoft.com/office/drawing/2014/main" id="{0C573A71-C6EA-481A-9794-BFADA07A443C}"/>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0" name="矩形 49">
                <a:extLst>
                  <a:ext uri="{FF2B5EF4-FFF2-40B4-BE49-F238E27FC236}">
                    <a16:creationId xmlns:a16="http://schemas.microsoft.com/office/drawing/2014/main" id="{977CC5F4-4962-4EE3-85CF-00D2E8E27762}"/>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sp>
        <p:nvSpPr>
          <p:cNvPr id="73" name="任意多边形: 形状 72">
            <a:extLst>
              <a:ext uri="{FF2B5EF4-FFF2-40B4-BE49-F238E27FC236}">
                <a16:creationId xmlns:a16="http://schemas.microsoft.com/office/drawing/2014/main" id="{77EF5D89-4DE5-463E-AD37-BF5063F31608}"/>
              </a:ext>
            </a:extLst>
          </p:cNvPr>
          <p:cNvSpPr/>
          <p:nvPr userDrawn="1"/>
        </p:nvSpPr>
        <p:spPr>
          <a:xfrm>
            <a:off x="2657112" y="508456"/>
            <a:ext cx="477360" cy="401081"/>
          </a:xfrm>
          <a:custGeom>
            <a:avLst/>
            <a:gdLst/>
            <a:ahLst/>
            <a:cxnLst/>
            <a:rect l="l" t="t" r="r" b="b"/>
            <a:pathLst>
              <a:path w="680009" h="571348">
                <a:moveTo>
                  <a:pt x="517017" y="0"/>
                </a:moveTo>
                <a:cubicBezTo>
                  <a:pt x="565213" y="1388"/>
                  <a:pt x="604209" y="20958"/>
                  <a:pt x="634003" y="58712"/>
                </a:cubicBezTo>
                <a:cubicBezTo>
                  <a:pt x="663797" y="96466"/>
                  <a:pt x="679132" y="144079"/>
                  <a:pt x="680009" y="201549"/>
                </a:cubicBezTo>
                <a:cubicBezTo>
                  <a:pt x="677964" y="292758"/>
                  <a:pt x="652697" y="369288"/>
                  <a:pt x="604209" y="431140"/>
                </a:cubicBezTo>
                <a:cubicBezTo>
                  <a:pt x="555720" y="492992"/>
                  <a:pt x="496278" y="539728"/>
                  <a:pt x="425882" y="571348"/>
                </a:cubicBezTo>
                <a:lnTo>
                  <a:pt x="368046" y="464439"/>
                </a:lnTo>
                <a:cubicBezTo>
                  <a:pt x="423910" y="436726"/>
                  <a:pt x="465096" y="403208"/>
                  <a:pt x="491604" y="363884"/>
                </a:cubicBezTo>
                <a:cubicBezTo>
                  <a:pt x="518112" y="324560"/>
                  <a:pt x="531257" y="293232"/>
                  <a:pt x="531038" y="269901"/>
                </a:cubicBezTo>
                <a:cubicBezTo>
                  <a:pt x="528299" y="270887"/>
                  <a:pt x="524137" y="271982"/>
                  <a:pt x="518550" y="273187"/>
                </a:cubicBezTo>
                <a:cubicBezTo>
                  <a:pt x="512964" y="274392"/>
                  <a:pt x="506611" y="275049"/>
                  <a:pt x="499491" y="275159"/>
                </a:cubicBezTo>
                <a:cubicBezTo>
                  <a:pt x="460350" y="274282"/>
                  <a:pt x="429095" y="261138"/>
                  <a:pt x="405727" y="235725"/>
                </a:cubicBezTo>
                <a:cubicBezTo>
                  <a:pt x="382359" y="210312"/>
                  <a:pt x="370383" y="177889"/>
                  <a:pt x="369799" y="138456"/>
                </a:cubicBezTo>
                <a:cubicBezTo>
                  <a:pt x="370237" y="98949"/>
                  <a:pt x="383381" y="66234"/>
                  <a:pt x="409232" y="40310"/>
                </a:cubicBezTo>
                <a:cubicBezTo>
                  <a:pt x="435083" y="14386"/>
                  <a:pt x="471011" y="950"/>
                  <a:pt x="517017" y="0"/>
                </a:cubicBezTo>
                <a:close/>
                <a:moveTo>
                  <a:pt x="148971" y="0"/>
                </a:moveTo>
                <a:cubicBezTo>
                  <a:pt x="197167" y="1388"/>
                  <a:pt x="236163" y="20958"/>
                  <a:pt x="265957" y="58712"/>
                </a:cubicBezTo>
                <a:cubicBezTo>
                  <a:pt x="295751" y="96466"/>
                  <a:pt x="311086" y="144079"/>
                  <a:pt x="311963" y="201549"/>
                </a:cubicBezTo>
                <a:cubicBezTo>
                  <a:pt x="309918" y="292758"/>
                  <a:pt x="284651" y="369288"/>
                  <a:pt x="236163" y="431140"/>
                </a:cubicBezTo>
                <a:cubicBezTo>
                  <a:pt x="187674" y="492992"/>
                  <a:pt x="128232" y="539728"/>
                  <a:pt x="57836" y="571348"/>
                </a:cubicBezTo>
                <a:lnTo>
                  <a:pt x="0" y="464439"/>
                </a:lnTo>
                <a:cubicBezTo>
                  <a:pt x="55864" y="436726"/>
                  <a:pt x="97050" y="403208"/>
                  <a:pt x="123558" y="363884"/>
                </a:cubicBezTo>
                <a:cubicBezTo>
                  <a:pt x="150066" y="324560"/>
                  <a:pt x="163211" y="293232"/>
                  <a:pt x="162992" y="269901"/>
                </a:cubicBezTo>
                <a:cubicBezTo>
                  <a:pt x="160253" y="270887"/>
                  <a:pt x="156091" y="271982"/>
                  <a:pt x="150504" y="273187"/>
                </a:cubicBezTo>
                <a:cubicBezTo>
                  <a:pt x="144918" y="274392"/>
                  <a:pt x="138565" y="275049"/>
                  <a:pt x="131445" y="275159"/>
                </a:cubicBezTo>
                <a:cubicBezTo>
                  <a:pt x="92304" y="274282"/>
                  <a:pt x="61049" y="261138"/>
                  <a:pt x="37681" y="235725"/>
                </a:cubicBezTo>
                <a:cubicBezTo>
                  <a:pt x="14313" y="210312"/>
                  <a:pt x="2337" y="177889"/>
                  <a:pt x="1753" y="138456"/>
                </a:cubicBezTo>
                <a:cubicBezTo>
                  <a:pt x="2191" y="98949"/>
                  <a:pt x="15335" y="66234"/>
                  <a:pt x="41186" y="40310"/>
                </a:cubicBezTo>
                <a:cubicBezTo>
                  <a:pt x="67037" y="14386"/>
                  <a:pt x="102965" y="950"/>
                  <a:pt x="148971" y="0"/>
                </a:cubicBez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101" name="组合 100">
            <a:extLst>
              <a:ext uri="{FF2B5EF4-FFF2-40B4-BE49-F238E27FC236}">
                <a16:creationId xmlns:a16="http://schemas.microsoft.com/office/drawing/2014/main" id="{5CE85D0E-77EC-4FCE-9200-9F03C8B97D3B}"/>
              </a:ext>
            </a:extLst>
          </p:cNvPr>
          <p:cNvGrpSpPr/>
          <p:nvPr userDrawn="1"/>
        </p:nvGrpSpPr>
        <p:grpSpPr>
          <a:xfrm>
            <a:off x="10673629" y="1788148"/>
            <a:ext cx="770448" cy="385224"/>
            <a:chOff x="10324375" y="2127425"/>
            <a:chExt cx="1228496" cy="614248"/>
          </a:xfrm>
        </p:grpSpPr>
        <p:grpSp>
          <p:nvGrpSpPr>
            <p:cNvPr id="102" name="组合 101">
              <a:extLst>
                <a:ext uri="{FF2B5EF4-FFF2-40B4-BE49-F238E27FC236}">
                  <a16:creationId xmlns:a16="http://schemas.microsoft.com/office/drawing/2014/main" id="{DECC0842-5C72-4A85-A22B-5B8E75587CDD}"/>
                </a:ext>
              </a:extLst>
            </p:cNvPr>
            <p:cNvGrpSpPr/>
            <p:nvPr/>
          </p:nvGrpSpPr>
          <p:grpSpPr>
            <a:xfrm flipH="1">
              <a:off x="10324375" y="2127425"/>
              <a:ext cx="614248" cy="614248"/>
              <a:chOff x="4644572" y="4891315"/>
              <a:chExt cx="667656" cy="667656"/>
            </a:xfrm>
          </p:grpSpPr>
          <p:sp>
            <p:nvSpPr>
              <p:cNvPr id="105" name="矩形 104">
                <a:extLst>
                  <a:ext uri="{FF2B5EF4-FFF2-40B4-BE49-F238E27FC236}">
                    <a16:creationId xmlns:a16="http://schemas.microsoft.com/office/drawing/2014/main" id="{096966C8-FAFA-4617-BCB6-87CCE249A643}"/>
                  </a:ext>
                </a:extLst>
              </p:cNvPr>
              <p:cNvSpPr/>
              <p:nvPr/>
            </p:nvSpPr>
            <p:spPr>
              <a:xfrm>
                <a:off x="4644572" y="4891315"/>
                <a:ext cx="667656" cy="667656"/>
              </a:xfrm>
              <a:prstGeom prst="rect">
                <a:avLst/>
              </a:prstGeom>
              <a:solidFill>
                <a:srgbClr val="FFFFFF">
                  <a:alpha val="50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sp>
            <p:nvSpPr>
              <p:cNvPr id="106" name="任意多边形: 形状 105">
                <a:extLst>
                  <a:ext uri="{FF2B5EF4-FFF2-40B4-BE49-F238E27FC236}">
                    <a16:creationId xmlns:a16="http://schemas.microsoft.com/office/drawing/2014/main" id="{91DE9EA1-1639-4286-BE8F-AE0341F51AD0}"/>
                  </a:ext>
                </a:extLst>
              </p:cNvPr>
              <p:cNvSpPr/>
              <p:nvPr/>
            </p:nvSpPr>
            <p:spPr>
              <a:xfrm rot="18900000">
                <a:off x="4918305" y="5184098"/>
                <a:ext cx="82090" cy="82090"/>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
          <p:nvSpPr>
            <p:cNvPr id="103" name="矩形 102">
              <a:extLst>
                <a:ext uri="{FF2B5EF4-FFF2-40B4-BE49-F238E27FC236}">
                  <a16:creationId xmlns:a16="http://schemas.microsoft.com/office/drawing/2014/main" id="{F348DB8F-59F9-4AE6-A046-8373B4411C90}"/>
                </a:ext>
              </a:extLst>
            </p:cNvPr>
            <p:cNvSpPr/>
            <p:nvPr/>
          </p:nvSpPr>
          <p:spPr>
            <a:xfrm>
              <a:off x="10938623" y="2127425"/>
              <a:ext cx="614248" cy="614248"/>
            </a:xfrm>
            <a:prstGeom prst="rect">
              <a:avLst/>
            </a:prstGeom>
            <a:solidFill>
              <a:schemeClr val="accent2"/>
            </a:solidFill>
            <a:ln w="12700" cap="rnd">
              <a:solidFill>
                <a:schemeClr val="accent2"/>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a:ln>
                  <a:noFill/>
                </a:ln>
                <a:solidFill>
                  <a:srgbClr val="FFFFFF"/>
                </a:solidFill>
                <a:effectLst/>
                <a:uLnTx/>
                <a:uFillTx/>
                <a:cs typeface="+mn-ea"/>
                <a:sym typeface="+mn-lt"/>
              </a:endParaRPr>
            </a:p>
          </p:txBody>
        </p:sp>
        <p:sp>
          <p:nvSpPr>
            <p:cNvPr id="104" name="任意多边形: 形状 103">
              <a:extLst>
                <a:ext uri="{FF2B5EF4-FFF2-40B4-BE49-F238E27FC236}">
                  <a16:creationId xmlns:a16="http://schemas.microsoft.com/office/drawing/2014/main" id="{2C687378-4C18-4BA8-8CBC-017F6202677F}"/>
                </a:ext>
              </a:extLst>
            </p:cNvPr>
            <p:cNvSpPr/>
            <p:nvPr/>
          </p:nvSpPr>
          <p:spPr>
            <a:xfrm rot="18900000">
              <a:off x="11190459" y="2396788"/>
              <a:ext cx="75523" cy="75523"/>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Tree>
    <p:extLst>
      <p:ext uri="{BB962C8B-B14F-4D97-AF65-F5344CB8AC3E}">
        <p14:creationId xmlns:p14="http://schemas.microsoft.com/office/powerpoint/2010/main" val="1710984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副标题页">
    <p:spTree>
      <p:nvGrpSpPr>
        <p:cNvPr id="1" name=""/>
        <p:cNvGrpSpPr/>
        <p:nvPr/>
      </p:nvGrpSpPr>
      <p:grpSpPr>
        <a:xfrm>
          <a:off x="0" y="0"/>
          <a:ext cx="0" cy="0"/>
          <a:chOff x="0" y="0"/>
          <a:chExt cx="0" cy="0"/>
        </a:xfrm>
      </p:grpSpPr>
      <p:grpSp>
        <p:nvGrpSpPr>
          <p:cNvPr id="82" name="组合 81">
            <a:extLst>
              <a:ext uri="{FF2B5EF4-FFF2-40B4-BE49-F238E27FC236}">
                <a16:creationId xmlns:a16="http://schemas.microsoft.com/office/drawing/2014/main" id="{6CCEEF98-B54D-4268-9BEE-54C9EECA2BD5}"/>
              </a:ext>
            </a:extLst>
          </p:cNvPr>
          <p:cNvGrpSpPr/>
          <p:nvPr userDrawn="1"/>
        </p:nvGrpSpPr>
        <p:grpSpPr>
          <a:xfrm>
            <a:off x="0" y="0"/>
            <a:ext cx="12192000" cy="6858000"/>
            <a:chOff x="0" y="0"/>
            <a:chExt cx="12192000" cy="6858000"/>
          </a:xfrm>
        </p:grpSpPr>
        <p:pic>
          <p:nvPicPr>
            <p:cNvPr id="83" name="图片 82">
              <a:extLst>
                <a:ext uri="{FF2B5EF4-FFF2-40B4-BE49-F238E27FC236}">
                  <a16:creationId xmlns:a16="http://schemas.microsoft.com/office/drawing/2014/main" id="{2CFB072D-B862-4CC6-A03E-4138B752F107}"/>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a:off x="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84" name="图片 83">
              <a:extLst>
                <a:ext uri="{FF2B5EF4-FFF2-40B4-BE49-F238E27FC236}">
                  <a16:creationId xmlns:a16="http://schemas.microsoft.com/office/drawing/2014/main" id="{2C7F2C1C-59D2-4F5F-81D6-DB4C20D32C81}"/>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flipH="1">
              <a:off x="609600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grpSp>
      <p:grpSp>
        <p:nvGrpSpPr>
          <p:cNvPr id="3" name="组合 2">
            <a:extLst>
              <a:ext uri="{FF2B5EF4-FFF2-40B4-BE49-F238E27FC236}">
                <a16:creationId xmlns:a16="http://schemas.microsoft.com/office/drawing/2014/main" id="{DD41CB9C-FCA6-4D70-B115-4F465D2AC983}"/>
              </a:ext>
            </a:extLst>
          </p:cNvPr>
          <p:cNvGrpSpPr/>
          <p:nvPr userDrawn="1"/>
        </p:nvGrpSpPr>
        <p:grpSpPr>
          <a:xfrm>
            <a:off x="68252" y="595126"/>
            <a:ext cx="1665407" cy="1098226"/>
            <a:chOff x="10862918" y="-1343022"/>
            <a:chExt cx="865621" cy="570820"/>
          </a:xfrm>
          <a:solidFill>
            <a:schemeClr val="accent2">
              <a:alpha val="20000"/>
            </a:schemeClr>
          </a:solidFill>
        </p:grpSpPr>
        <p:grpSp>
          <p:nvGrpSpPr>
            <p:cNvPr id="4" name="组合 3">
              <a:extLst>
                <a:ext uri="{FF2B5EF4-FFF2-40B4-BE49-F238E27FC236}">
                  <a16:creationId xmlns:a16="http://schemas.microsoft.com/office/drawing/2014/main" id="{197854C6-2518-4AD9-9160-9A527353F15D}"/>
                </a:ext>
              </a:extLst>
            </p:cNvPr>
            <p:cNvGrpSpPr/>
            <p:nvPr/>
          </p:nvGrpSpPr>
          <p:grpSpPr>
            <a:xfrm>
              <a:off x="10862918" y="-1343022"/>
              <a:ext cx="404507" cy="102777"/>
              <a:chOff x="4205854" y="-651841"/>
              <a:chExt cx="791324" cy="201059"/>
            </a:xfrm>
            <a:grpFill/>
          </p:grpSpPr>
          <p:sp>
            <p:nvSpPr>
              <p:cNvPr id="33" name="等腰三角形 32">
                <a:extLst>
                  <a:ext uri="{FF2B5EF4-FFF2-40B4-BE49-F238E27FC236}">
                    <a16:creationId xmlns:a16="http://schemas.microsoft.com/office/drawing/2014/main" id="{76C6397F-DF3A-431A-8D7B-4926086C0CB8}"/>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4" name="椭圆 33">
                <a:extLst>
                  <a:ext uri="{FF2B5EF4-FFF2-40B4-BE49-F238E27FC236}">
                    <a16:creationId xmlns:a16="http://schemas.microsoft.com/office/drawing/2014/main" id="{1072CC36-9DCB-45F6-95A3-7D8C0450D815}"/>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5" name="矩形 34">
                <a:extLst>
                  <a:ext uri="{FF2B5EF4-FFF2-40B4-BE49-F238E27FC236}">
                    <a16:creationId xmlns:a16="http://schemas.microsoft.com/office/drawing/2014/main" id="{CC5E02BC-2DAF-4570-A340-916BE99DB994}"/>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5" name="组合 4">
              <a:extLst>
                <a:ext uri="{FF2B5EF4-FFF2-40B4-BE49-F238E27FC236}">
                  <a16:creationId xmlns:a16="http://schemas.microsoft.com/office/drawing/2014/main" id="{6F3D5567-6E38-4CB4-9881-05DEF65CDDA5}"/>
                </a:ext>
              </a:extLst>
            </p:cNvPr>
            <p:cNvGrpSpPr/>
            <p:nvPr/>
          </p:nvGrpSpPr>
          <p:grpSpPr>
            <a:xfrm>
              <a:off x="11324032" y="-1343022"/>
              <a:ext cx="404507" cy="102777"/>
              <a:chOff x="4205854" y="-651841"/>
              <a:chExt cx="791324" cy="201059"/>
            </a:xfrm>
            <a:grpFill/>
          </p:grpSpPr>
          <p:sp>
            <p:nvSpPr>
              <p:cNvPr id="30" name="等腰三角形 29">
                <a:extLst>
                  <a:ext uri="{FF2B5EF4-FFF2-40B4-BE49-F238E27FC236}">
                    <a16:creationId xmlns:a16="http://schemas.microsoft.com/office/drawing/2014/main" id="{DFF6C1EB-0926-41D8-BC85-B8D00C115E2C}"/>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1" name="椭圆 30">
                <a:extLst>
                  <a:ext uri="{FF2B5EF4-FFF2-40B4-BE49-F238E27FC236}">
                    <a16:creationId xmlns:a16="http://schemas.microsoft.com/office/drawing/2014/main" id="{B7E56EB8-37F7-4B86-BD13-C3AB5AF57793}"/>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2" name="矩形 31">
                <a:extLst>
                  <a:ext uri="{FF2B5EF4-FFF2-40B4-BE49-F238E27FC236}">
                    <a16:creationId xmlns:a16="http://schemas.microsoft.com/office/drawing/2014/main" id="{6DC2EE49-1A4C-4C60-93D1-9A1174FCCC72}"/>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6" name="组合 5">
              <a:extLst>
                <a:ext uri="{FF2B5EF4-FFF2-40B4-BE49-F238E27FC236}">
                  <a16:creationId xmlns:a16="http://schemas.microsoft.com/office/drawing/2014/main" id="{2ACEB188-7FA9-4242-8A8C-D682F54D5899}"/>
                </a:ext>
              </a:extLst>
            </p:cNvPr>
            <p:cNvGrpSpPr/>
            <p:nvPr/>
          </p:nvGrpSpPr>
          <p:grpSpPr>
            <a:xfrm>
              <a:off x="10862918" y="-1179416"/>
              <a:ext cx="404507" cy="102777"/>
              <a:chOff x="4205854" y="-651841"/>
              <a:chExt cx="791324" cy="201059"/>
            </a:xfrm>
            <a:grpFill/>
          </p:grpSpPr>
          <p:sp>
            <p:nvSpPr>
              <p:cNvPr id="27" name="等腰三角形 26">
                <a:extLst>
                  <a:ext uri="{FF2B5EF4-FFF2-40B4-BE49-F238E27FC236}">
                    <a16:creationId xmlns:a16="http://schemas.microsoft.com/office/drawing/2014/main" id="{4AB17078-8EF2-4E03-9B02-9B9E3D679731}"/>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8" name="椭圆 27">
                <a:extLst>
                  <a:ext uri="{FF2B5EF4-FFF2-40B4-BE49-F238E27FC236}">
                    <a16:creationId xmlns:a16="http://schemas.microsoft.com/office/drawing/2014/main" id="{CF754252-53C3-4C86-8A64-EE3F85CADBD0}"/>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9" name="矩形 28">
                <a:extLst>
                  <a:ext uri="{FF2B5EF4-FFF2-40B4-BE49-F238E27FC236}">
                    <a16:creationId xmlns:a16="http://schemas.microsoft.com/office/drawing/2014/main" id="{F1F6813D-67BF-464A-9891-A62FA2973AF3}"/>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7" name="组合 6">
              <a:extLst>
                <a:ext uri="{FF2B5EF4-FFF2-40B4-BE49-F238E27FC236}">
                  <a16:creationId xmlns:a16="http://schemas.microsoft.com/office/drawing/2014/main" id="{297C79D4-5BE2-4AC1-AE9F-4E51B6D0F299}"/>
                </a:ext>
              </a:extLst>
            </p:cNvPr>
            <p:cNvGrpSpPr/>
            <p:nvPr/>
          </p:nvGrpSpPr>
          <p:grpSpPr>
            <a:xfrm>
              <a:off x="11324032" y="-1179416"/>
              <a:ext cx="404507" cy="102777"/>
              <a:chOff x="4205854" y="-651841"/>
              <a:chExt cx="791324" cy="201059"/>
            </a:xfrm>
            <a:grpFill/>
          </p:grpSpPr>
          <p:sp>
            <p:nvSpPr>
              <p:cNvPr id="24" name="等腰三角形 23">
                <a:extLst>
                  <a:ext uri="{FF2B5EF4-FFF2-40B4-BE49-F238E27FC236}">
                    <a16:creationId xmlns:a16="http://schemas.microsoft.com/office/drawing/2014/main" id="{526FE3B9-2777-458E-93D0-FDAC9060CC23}"/>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5" name="椭圆 24">
                <a:extLst>
                  <a:ext uri="{FF2B5EF4-FFF2-40B4-BE49-F238E27FC236}">
                    <a16:creationId xmlns:a16="http://schemas.microsoft.com/office/drawing/2014/main" id="{245BDADA-6D33-4E02-A221-A3BE0ABF2C7A}"/>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6" name="矩形 25">
                <a:extLst>
                  <a:ext uri="{FF2B5EF4-FFF2-40B4-BE49-F238E27FC236}">
                    <a16:creationId xmlns:a16="http://schemas.microsoft.com/office/drawing/2014/main" id="{A069CE00-02F6-45D2-AD75-4ED71AB64746}"/>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8" name="组合 7">
              <a:extLst>
                <a:ext uri="{FF2B5EF4-FFF2-40B4-BE49-F238E27FC236}">
                  <a16:creationId xmlns:a16="http://schemas.microsoft.com/office/drawing/2014/main" id="{0FF34E12-D297-4B57-AC1B-59D7627D9242}"/>
                </a:ext>
              </a:extLst>
            </p:cNvPr>
            <p:cNvGrpSpPr/>
            <p:nvPr/>
          </p:nvGrpSpPr>
          <p:grpSpPr>
            <a:xfrm>
              <a:off x="10862918" y="-1015810"/>
              <a:ext cx="404507" cy="102777"/>
              <a:chOff x="4205854" y="-651841"/>
              <a:chExt cx="791324" cy="201059"/>
            </a:xfrm>
            <a:grpFill/>
          </p:grpSpPr>
          <p:sp>
            <p:nvSpPr>
              <p:cNvPr id="21" name="等腰三角形 20">
                <a:extLst>
                  <a:ext uri="{FF2B5EF4-FFF2-40B4-BE49-F238E27FC236}">
                    <a16:creationId xmlns:a16="http://schemas.microsoft.com/office/drawing/2014/main" id="{D9990CBC-9868-44A7-9A79-DDF503373087}"/>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2" name="椭圆 21">
                <a:extLst>
                  <a:ext uri="{FF2B5EF4-FFF2-40B4-BE49-F238E27FC236}">
                    <a16:creationId xmlns:a16="http://schemas.microsoft.com/office/drawing/2014/main" id="{8E26F879-E4C3-456D-BBEE-3C31C61A75F5}"/>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3" name="矩形 22">
                <a:extLst>
                  <a:ext uri="{FF2B5EF4-FFF2-40B4-BE49-F238E27FC236}">
                    <a16:creationId xmlns:a16="http://schemas.microsoft.com/office/drawing/2014/main" id="{BD309FF4-FF5F-4586-9EFC-D5BF67FA1C8D}"/>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9" name="组合 8">
              <a:extLst>
                <a:ext uri="{FF2B5EF4-FFF2-40B4-BE49-F238E27FC236}">
                  <a16:creationId xmlns:a16="http://schemas.microsoft.com/office/drawing/2014/main" id="{F4CAFDBF-9424-4617-8324-C9B43A815E61}"/>
                </a:ext>
              </a:extLst>
            </p:cNvPr>
            <p:cNvGrpSpPr/>
            <p:nvPr/>
          </p:nvGrpSpPr>
          <p:grpSpPr>
            <a:xfrm>
              <a:off x="11324032" y="-1015810"/>
              <a:ext cx="404507" cy="102777"/>
              <a:chOff x="4205854" y="-651841"/>
              <a:chExt cx="791324" cy="201059"/>
            </a:xfrm>
            <a:grpFill/>
          </p:grpSpPr>
          <p:sp>
            <p:nvSpPr>
              <p:cNvPr id="18" name="等腰三角形 17">
                <a:extLst>
                  <a:ext uri="{FF2B5EF4-FFF2-40B4-BE49-F238E27FC236}">
                    <a16:creationId xmlns:a16="http://schemas.microsoft.com/office/drawing/2014/main" id="{217A8B8B-E7FD-4F31-8E19-FD73A4809459}"/>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椭圆 18">
                <a:extLst>
                  <a:ext uri="{FF2B5EF4-FFF2-40B4-BE49-F238E27FC236}">
                    <a16:creationId xmlns:a16="http://schemas.microsoft.com/office/drawing/2014/main" id="{B7B83AE1-0904-410D-967C-32D29A72CED1}"/>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矩形 19">
                <a:extLst>
                  <a:ext uri="{FF2B5EF4-FFF2-40B4-BE49-F238E27FC236}">
                    <a16:creationId xmlns:a16="http://schemas.microsoft.com/office/drawing/2014/main" id="{878BB862-18A6-4DA6-9F84-2E0B72BF09B5}"/>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0" name="组合 9">
              <a:extLst>
                <a:ext uri="{FF2B5EF4-FFF2-40B4-BE49-F238E27FC236}">
                  <a16:creationId xmlns:a16="http://schemas.microsoft.com/office/drawing/2014/main" id="{DC72B1BF-8C13-4843-90E8-2121C4DB153B}"/>
                </a:ext>
              </a:extLst>
            </p:cNvPr>
            <p:cNvGrpSpPr/>
            <p:nvPr/>
          </p:nvGrpSpPr>
          <p:grpSpPr>
            <a:xfrm>
              <a:off x="10862918" y="-874979"/>
              <a:ext cx="404507" cy="102777"/>
              <a:chOff x="4205854" y="-651841"/>
              <a:chExt cx="791324" cy="201059"/>
            </a:xfrm>
            <a:grpFill/>
          </p:grpSpPr>
          <p:sp>
            <p:nvSpPr>
              <p:cNvPr id="15" name="等腰三角形 14">
                <a:extLst>
                  <a:ext uri="{FF2B5EF4-FFF2-40B4-BE49-F238E27FC236}">
                    <a16:creationId xmlns:a16="http://schemas.microsoft.com/office/drawing/2014/main" id="{2FC84F1E-C55D-4C87-852D-59212EE23898}"/>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6" name="椭圆 15">
                <a:extLst>
                  <a:ext uri="{FF2B5EF4-FFF2-40B4-BE49-F238E27FC236}">
                    <a16:creationId xmlns:a16="http://schemas.microsoft.com/office/drawing/2014/main" id="{7D0AEFD2-FD0D-45B8-AA31-C8812E179465}"/>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矩形 16">
                <a:extLst>
                  <a:ext uri="{FF2B5EF4-FFF2-40B4-BE49-F238E27FC236}">
                    <a16:creationId xmlns:a16="http://schemas.microsoft.com/office/drawing/2014/main" id="{8F0F258F-8362-4992-A733-690B53C0820D}"/>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1" name="组合 10">
              <a:extLst>
                <a:ext uri="{FF2B5EF4-FFF2-40B4-BE49-F238E27FC236}">
                  <a16:creationId xmlns:a16="http://schemas.microsoft.com/office/drawing/2014/main" id="{92612380-B549-4F4A-A78B-4E99DA0618BC}"/>
                </a:ext>
              </a:extLst>
            </p:cNvPr>
            <p:cNvGrpSpPr/>
            <p:nvPr/>
          </p:nvGrpSpPr>
          <p:grpSpPr>
            <a:xfrm>
              <a:off x="11324032" y="-874979"/>
              <a:ext cx="404507" cy="102777"/>
              <a:chOff x="4205854" y="-651841"/>
              <a:chExt cx="791324" cy="201059"/>
            </a:xfrm>
            <a:grpFill/>
          </p:grpSpPr>
          <p:sp>
            <p:nvSpPr>
              <p:cNvPr id="12" name="等腰三角形 11">
                <a:extLst>
                  <a:ext uri="{FF2B5EF4-FFF2-40B4-BE49-F238E27FC236}">
                    <a16:creationId xmlns:a16="http://schemas.microsoft.com/office/drawing/2014/main" id="{F746B832-D3EB-4E16-99E4-DE72E53D17DC}"/>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3" name="椭圆 12">
                <a:extLst>
                  <a:ext uri="{FF2B5EF4-FFF2-40B4-BE49-F238E27FC236}">
                    <a16:creationId xmlns:a16="http://schemas.microsoft.com/office/drawing/2014/main" id="{912FCCE1-4B8A-4064-8E72-092C942211CC}"/>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4" name="矩形 13">
                <a:extLst>
                  <a:ext uri="{FF2B5EF4-FFF2-40B4-BE49-F238E27FC236}">
                    <a16:creationId xmlns:a16="http://schemas.microsoft.com/office/drawing/2014/main" id="{AF4A934E-19C4-4AC9-9D9F-0485FEDF9795}"/>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grpSp>
        <p:nvGrpSpPr>
          <p:cNvPr id="36" name="组合 35">
            <a:extLst>
              <a:ext uri="{FF2B5EF4-FFF2-40B4-BE49-F238E27FC236}">
                <a16:creationId xmlns:a16="http://schemas.microsoft.com/office/drawing/2014/main" id="{75B8A591-E56E-4426-9E07-0CCD02A46A0E}"/>
              </a:ext>
            </a:extLst>
          </p:cNvPr>
          <p:cNvGrpSpPr/>
          <p:nvPr userDrawn="1"/>
        </p:nvGrpSpPr>
        <p:grpSpPr>
          <a:xfrm>
            <a:off x="10447341" y="5603475"/>
            <a:ext cx="1071559" cy="706622"/>
            <a:chOff x="10862918" y="-1343022"/>
            <a:chExt cx="865621" cy="570820"/>
          </a:xfrm>
          <a:solidFill>
            <a:schemeClr val="accent2">
              <a:alpha val="60000"/>
            </a:schemeClr>
          </a:solidFill>
        </p:grpSpPr>
        <p:grpSp>
          <p:nvGrpSpPr>
            <p:cNvPr id="37" name="组合 36">
              <a:extLst>
                <a:ext uri="{FF2B5EF4-FFF2-40B4-BE49-F238E27FC236}">
                  <a16:creationId xmlns:a16="http://schemas.microsoft.com/office/drawing/2014/main" id="{5E0AE324-4C56-4EC8-80EE-41C7B3E7C50C}"/>
                </a:ext>
              </a:extLst>
            </p:cNvPr>
            <p:cNvGrpSpPr/>
            <p:nvPr/>
          </p:nvGrpSpPr>
          <p:grpSpPr>
            <a:xfrm>
              <a:off x="10862918" y="-1343022"/>
              <a:ext cx="404507" cy="102777"/>
              <a:chOff x="4205854" y="-651841"/>
              <a:chExt cx="791324" cy="201059"/>
            </a:xfrm>
            <a:grpFill/>
          </p:grpSpPr>
          <p:sp>
            <p:nvSpPr>
              <p:cNvPr id="66" name="等腰三角形 65">
                <a:extLst>
                  <a:ext uri="{FF2B5EF4-FFF2-40B4-BE49-F238E27FC236}">
                    <a16:creationId xmlns:a16="http://schemas.microsoft.com/office/drawing/2014/main" id="{C2AF7053-B5A8-4C7D-9BD4-56E697CFDE33}"/>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7" name="椭圆 66">
                <a:extLst>
                  <a:ext uri="{FF2B5EF4-FFF2-40B4-BE49-F238E27FC236}">
                    <a16:creationId xmlns:a16="http://schemas.microsoft.com/office/drawing/2014/main" id="{58AA660E-4C5C-44DB-8101-F9E93737196B}"/>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8" name="矩形 67">
                <a:extLst>
                  <a:ext uri="{FF2B5EF4-FFF2-40B4-BE49-F238E27FC236}">
                    <a16:creationId xmlns:a16="http://schemas.microsoft.com/office/drawing/2014/main" id="{1C2F97A2-BC5E-4B73-9238-85DC2D92ACBE}"/>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38" name="组合 37">
              <a:extLst>
                <a:ext uri="{FF2B5EF4-FFF2-40B4-BE49-F238E27FC236}">
                  <a16:creationId xmlns:a16="http://schemas.microsoft.com/office/drawing/2014/main" id="{DFBD1018-2622-426F-83C5-E41A7342B3C1}"/>
                </a:ext>
              </a:extLst>
            </p:cNvPr>
            <p:cNvGrpSpPr/>
            <p:nvPr/>
          </p:nvGrpSpPr>
          <p:grpSpPr>
            <a:xfrm>
              <a:off x="11324032" y="-1343022"/>
              <a:ext cx="404507" cy="102777"/>
              <a:chOff x="4205854" y="-651841"/>
              <a:chExt cx="791324" cy="201059"/>
            </a:xfrm>
            <a:grpFill/>
          </p:grpSpPr>
          <p:sp>
            <p:nvSpPr>
              <p:cNvPr id="63" name="等腰三角形 62">
                <a:extLst>
                  <a:ext uri="{FF2B5EF4-FFF2-40B4-BE49-F238E27FC236}">
                    <a16:creationId xmlns:a16="http://schemas.microsoft.com/office/drawing/2014/main" id="{618B5642-D2CE-4C1A-A8F3-FAEC94181614}"/>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4" name="椭圆 63">
                <a:extLst>
                  <a:ext uri="{FF2B5EF4-FFF2-40B4-BE49-F238E27FC236}">
                    <a16:creationId xmlns:a16="http://schemas.microsoft.com/office/drawing/2014/main" id="{32FB162F-4298-4F20-964A-4EAA5EE0CD1A}"/>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5" name="矩形 64">
                <a:extLst>
                  <a:ext uri="{FF2B5EF4-FFF2-40B4-BE49-F238E27FC236}">
                    <a16:creationId xmlns:a16="http://schemas.microsoft.com/office/drawing/2014/main" id="{EE48E481-F37E-4F62-BE04-4A14C6EFD8B0}"/>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39" name="组合 38">
              <a:extLst>
                <a:ext uri="{FF2B5EF4-FFF2-40B4-BE49-F238E27FC236}">
                  <a16:creationId xmlns:a16="http://schemas.microsoft.com/office/drawing/2014/main" id="{42DD693F-555F-4BA4-A4D5-FB3830DC6042}"/>
                </a:ext>
              </a:extLst>
            </p:cNvPr>
            <p:cNvGrpSpPr/>
            <p:nvPr/>
          </p:nvGrpSpPr>
          <p:grpSpPr>
            <a:xfrm>
              <a:off x="10862918" y="-1179416"/>
              <a:ext cx="404507" cy="102777"/>
              <a:chOff x="4205854" y="-651841"/>
              <a:chExt cx="791324" cy="201059"/>
            </a:xfrm>
            <a:grpFill/>
          </p:grpSpPr>
          <p:sp>
            <p:nvSpPr>
              <p:cNvPr id="60" name="等腰三角形 59">
                <a:extLst>
                  <a:ext uri="{FF2B5EF4-FFF2-40B4-BE49-F238E27FC236}">
                    <a16:creationId xmlns:a16="http://schemas.microsoft.com/office/drawing/2014/main" id="{01A90CDC-95E6-485E-B206-316E541E1084}"/>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1" name="椭圆 60">
                <a:extLst>
                  <a:ext uri="{FF2B5EF4-FFF2-40B4-BE49-F238E27FC236}">
                    <a16:creationId xmlns:a16="http://schemas.microsoft.com/office/drawing/2014/main" id="{C3E8BD0E-5FCE-4533-94BE-4E9D8DDA6D24}"/>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62" name="矩形 61">
                <a:extLst>
                  <a:ext uri="{FF2B5EF4-FFF2-40B4-BE49-F238E27FC236}">
                    <a16:creationId xmlns:a16="http://schemas.microsoft.com/office/drawing/2014/main" id="{4E30E21C-4F52-4485-8E41-6D892166B2F8}"/>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0" name="组合 39">
              <a:extLst>
                <a:ext uri="{FF2B5EF4-FFF2-40B4-BE49-F238E27FC236}">
                  <a16:creationId xmlns:a16="http://schemas.microsoft.com/office/drawing/2014/main" id="{F43CEC40-620F-492E-A60F-F2E0DABC2226}"/>
                </a:ext>
              </a:extLst>
            </p:cNvPr>
            <p:cNvGrpSpPr/>
            <p:nvPr/>
          </p:nvGrpSpPr>
          <p:grpSpPr>
            <a:xfrm>
              <a:off x="11324032" y="-1179416"/>
              <a:ext cx="404507" cy="102777"/>
              <a:chOff x="4205854" y="-651841"/>
              <a:chExt cx="791324" cy="201059"/>
            </a:xfrm>
            <a:grpFill/>
          </p:grpSpPr>
          <p:sp>
            <p:nvSpPr>
              <p:cNvPr id="57" name="等腰三角形 56">
                <a:extLst>
                  <a:ext uri="{FF2B5EF4-FFF2-40B4-BE49-F238E27FC236}">
                    <a16:creationId xmlns:a16="http://schemas.microsoft.com/office/drawing/2014/main" id="{31374767-66E2-4E28-97E8-41B1DB5F814D}"/>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8" name="椭圆 57">
                <a:extLst>
                  <a:ext uri="{FF2B5EF4-FFF2-40B4-BE49-F238E27FC236}">
                    <a16:creationId xmlns:a16="http://schemas.microsoft.com/office/drawing/2014/main" id="{6E143A58-7CD8-4697-A9D7-877786E7B37E}"/>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9" name="矩形 58">
                <a:extLst>
                  <a:ext uri="{FF2B5EF4-FFF2-40B4-BE49-F238E27FC236}">
                    <a16:creationId xmlns:a16="http://schemas.microsoft.com/office/drawing/2014/main" id="{328EC19C-15C7-4F31-BF8C-B8366050C0DA}"/>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1" name="组合 40">
              <a:extLst>
                <a:ext uri="{FF2B5EF4-FFF2-40B4-BE49-F238E27FC236}">
                  <a16:creationId xmlns:a16="http://schemas.microsoft.com/office/drawing/2014/main" id="{0A732BFC-4C02-4DE0-92EF-F3AA4A198CBC}"/>
                </a:ext>
              </a:extLst>
            </p:cNvPr>
            <p:cNvGrpSpPr/>
            <p:nvPr/>
          </p:nvGrpSpPr>
          <p:grpSpPr>
            <a:xfrm>
              <a:off x="10862918" y="-1015810"/>
              <a:ext cx="404507" cy="102777"/>
              <a:chOff x="4205854" y="-651841"/>
              <a:chExt cx="791324" cy="201059"/>
            </a:xfrm>
            <a:grpFill/>
          </p:grpSpPr>
          <p:sp>
            <p:nvSpPr>
              <p:cNvPr id="54" name="等腰三角形 53">
                <a:extLst>
                  <a:ext uri="{FF2B5EF4-FFF2-40B4-BE49-F238E27FC236}">
                    <a16:creationId xmlns:a16="http://schemas.microsoft.com/office/drawing/2014/main" id="{E5ADF12C-25D5-4A1D-AB74-3A5D1580561D}"/>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5" name="椭圆 54">
                <a:extLst>
                  <a:ext uri="{FF2B5EF4-FFF2-40B4-BE49-F238E27FC236}">
                    <a16:creationId xmlns:a16="http://schemas.microsoft.com/office/drawing/2014/main" id="{E2EA5030-E5DE-48FC-910D-880B43CB9EF0}"/>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6" name="矩形 55">
                <a:extLst>
                  <a:ext uri="{FF2B5EF4-FFF2-40B4-BE49-F238E27FC236}">
                    <a16:creationId xmlns:a16="http://schemas.microsoft.com/office/drawing/2014/main" id="{C071D9F0-298F-4F40-8B1C-FB911FEC30F7}"/>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2" name="组合 41">
              <a:extLst>
                <a:ext uri="{FF2B5EF4-FFF2-40B4-BE49-F238E27FC236}">
                  <a16:creationId xmlns:a16="http://schemas.microsoft.com/office/drawing/2014/main" id="{AA8C16F3-5092-429A-9EC1-F8BCC7BA7D41}"/>
                </a:ext>
              </a:extLst>
            </p:cNvPr>
            <p:cNvGrpSpPr/>
            <p:nvPr/>
          </p:nvGrpSpPr>
          <p:grpSpPr>
            <a:xfrm>
              <a:off x="11324032" y="-1015810"/>
              <a:ext cx="404507" cy="102777"/>
              <a:chOff x="4205854" y="-651841"/>
              <a:chExt cx="791324" cy="201059"/>
            </a:xfrm>
            <a:grpFill/>
          </p:grpSpPr>
          <p:sp>
            <p:nvSpPr>
              <p:cNvPr id="51" name="等腰三角形 50">
                <a:extLst>
                  <a:ext uri="{FF2B5EF4-FFF2-40B4-BE49-F238E27FC236}">
                    <a16:creationId xmlns:a16="http://schemas.microsoft.com/office/drawing/2014/main" id="{86F4A91F-7A6F-4F71-ACE6-676F7B5B3B77}"/>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2" name="椭圆 51">
                <a:extLst>
                  <a:ext uri="{FF2B5EF4-FFF2-40B4-BE49-F238E27FC236}">
                    <a16:creationId xmlns:a16="http://schemas.microsoft.com/office/drawing/2014/main" id="{DB6E278D-E5A6-4F47-9E51-47974930639B}"/>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3" name="矩形 52">
                <a:extLst>
                  <a:ext uri="{FF2B5EF4-FFF2-40B4-BE49-F238E27FC236}">
                    <a16:creationId xmlns:a16="http://schemas.microsoft.com/office/drawing/2014/main" id="{1989C498-E700-47DD-8902-3F6638B7ABEA}"/>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3" name="组合 42">
              <a:extLst>
                <a:ext uri="{FF2B5EF4-FFF2-40B4-BE49-F238E27FC236}">
                  <a16:creationId xmlns:a16="http://schemas.microsoft.com/office/drawing/2014/main" id="{A56440C2-4E71-4843-9911-57A45AF28C5A}"/>
                </a:ext>
              </a:extLst>
            </p:cNvPr>
            <p:cNvGrpSpPr/>
            <p:nvPr/>
          </p:nvGrpSpPr>
          <p:grpSpPr>
            <a:xfrm>
              <a:off x="10862918" y="-874979"/>
              <a:ext cx="404507" cy="102777"/>
              <a:chOff x="4205854" y="-651841"/>
              <a:chExt cx="791324" cy="201059"/>
            </a:xfrm>
            <a:grpFill/>
          </p:grpSpPr>
          <p:sp>
            <p:nvSpPr>
              <p:cNvPr id="48" name="等腰三角形 47">
                <a:extLst>
                  <a:ext uri="{FF2B5EF4-FFF2-40B4-BE49-F238E27FC236}">
                    <a16:creationId xmlns:a16="http://schemas.microsoft.com/office/drawing/2014/main" id="{2DAB40D0-1954-46C1-AF68-6D3B251E127C}"/>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9" name="椭圆 48">
                <a:extLst>
                  <a:ext uri="{FF2B5EF4-FFF2-40B4-BE49-F238E27FC236}">
                    <a16:creationId xmlns:a16="http://schemas.microsoft.com/office/drawing/2014/main" id="{9D75AABF-94AD-4943-9866-1E18FAF7F834}"/>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0" name="矩形 49">
                <a:extLst>
                  <a:ext uri="{FF2B5EF4-FFF2-40B4-BE49-F238E27FC236}">
                    <a16:creationId xmlns:a16="http://schemas.microsoft.com/office/drawing/2014/main" id="{D9B19E02-C070-4A28-B6C2-FBB2F3F744DC}"/>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44" name="组合 43">
              <a:extLst>
                <a:ext uri="{FF2B5EF4-FFF2-40B4-BE49-F238E27FC236}">
                  <a16:creationId xmlns:a16="http://schemas.microsoft.com/office/drawing/2014/main" id="{DECB00EC-3538-4BED-AD42-A16C9347E39F}"/>
                </a:ext>
              </a:extLst>
            </p:cNvPr>
            <p:cNvGrpSpPr/>
            <p:nvPr/>
          </p:nvGrpSpPr>
          <p:grpSpPr>
            <a:xfrm>
              <a:off x="11324032" y="-874979"/>
              <a:ext cx="404507" cy="102777"/>
              <a:chOff x="4205854" y="-651841"/>
              <a:chExt cx="791324" cy="201059"/>
            </a:xfrm>
            <a:grpFill/>
          </p:grpSpPr>
          <p:sp>
            <p:nvSpPr>
              <p:cNvPr id="45" name="等腰三角形 44">
                <a:extLst>
                  <a:ext uri="{FF2B5EF4-FFF2-40B4-BE49-F238E27FC236}">
                    <a16:creationId xmlns:a16="http://schemas.microsoft.com/office/drawing/2014/main" id="{5092B2A7-068E-496E-9471-B320806B4FFD}"/>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6" name="椭圆 45">
                <a:extLst>
                  <a:ext uri="{FF2B5EF4-FFF2-40B4-BE49-F238E27FC236}">
                    <a16:creationId xmlns:a16="http://schemas.microsoft.com/office/drawing/2014/main" id="{DDE04BBA-534E-4E85-9A1A-73C5EA8BC203}"/>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7" name="矩形 46">
                <a:extLst>
                  <a:ext uri="{FF2B5EF4-FFF2-40B4-BE49-F238E27FC236}">
                    <a16:creationId xmlns:a16="http://schemas.microsoft.com/office/drawing/2014/main" id="{38BC568D-7E3C-48D9-AA10-DA6F7AB5DF78}"/>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grpSp>
        <p:nvGrpSpPr>
          <p:cNvPr id="69" name="组合 68">
            <a:extLst>
              <a:ext uri="{FF2B5EF4-FFF2-40B4-BE49-F238E27FC236}">
                <a16:creationId xmlns:a16="http://schemas.microsoft.com/office/drawing/2014/main" id="{26D25940-A7EF-4BB5-8085-F9B4C60E7D55}"/>
              </a:ext>
            </a:extLst>
          </p:cNvPr>
          <p:cNvGrpSpPr/>
          <p:nvPr userDrawn="1"/>
        </p:nvGrpSpPr>
        <p:grpSpPr>
          <a:xfrm>
            <a:off x="10366892" y="934349"/>
            <a:ext cx="770448" cy="385224"/>
            <a:chOff x="10324375" y="2127425"/>
            <a:chExt cx="1228496" cy="614248"/>
          </a:xfrm>
        </p:grpSpPr>
        <p:grpSp>
          <p:nvGrpSpPr>
            <p:cNvPr id="70" name="组合 69">
              <a:extLst>
                <a:ext uri="{FF2B5EF4-FFF2-40B4-BE49-F238E27FC236}">
                  <a16:creationId xmlns:a16="http://schemas.microsoft.com/office/drawing/2014/main" id="{5C2DAB5B-94A0-4238-98AB-D0FC1FB047C3}"/>
                </a:ext>
              </a:extLst>
            </p:cNvPr>
            <p:cNvGrpSpPr/>
            <p:nvPr/>
          </p:nvGrpSpPr>
          <p:grpSpPr>
            <a:xfrm flipH="1">
              <a:off x="10324375" y="2127425"/>
              <a:ext cx="614248" cy="614248"/>
              <a:chOff x="4644572" y="4891315"/>
              <a:chExt cx="667656" cy="667656"/>
            </a:xfrm>
          </p:grpSpPr>
          <p:sp>
            <p:nvSpPr>
              <p:cNvPr id="73" name="矩形 72">
                <a:extLst>
                  <a:ext uri="{FF2B5EF4-FFF2-40B4-BE49-F238E27FC236}">
                    <a16:creationId xmlns:a16="http://schemas.microsoft.com/office/drawing/2014/main" id="{56FB3355-6D11-4E4C-8A63-E7AA43D16782}"/>
                  </a:ext>
                </a:extLst>
              </p:cNvPr>
              <p:cNvSpPr/>
              <p:nvPr/>
            </p:nvSpPr>
            <p:spPr>
              <a:xfrm>
                <a:off x="4644572" y="4891315"/>
                <a:ext cx="667656" cy="667656"/>
              </a:xfrm>
              <a:prstGeom prst="rect">
                <a:avLst/>
              </a:prstGeom>
              <a:solidFill>
                <a:srgbClr val="FFFFFF">
                  <a:alpha val="50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sp>
            <p:nvSpPr>
              <p:cNvPr id="74" name="任意多边形: 形状 73">
                <a:extLst>
                  <a:ext uri="{FF2B5EF4-FFF2-40B4-BE49-F238E27FC236}">
                    <a16:creationId xmlns:a16="http://schemas.microsoft.com/office/drawing/2014/main" id="{BE4D79DF-4CCE-4145-9181-F67C77E90E02}"/>
                  </a:ext>
                </a:extLst>
              </p:cNvPr>
              <p:cNvSpPr/>
              <p:nvPr/>
            </p:nvSpPr>
            <p:spPr>
              <a:xfrm rot="18900000">
                <a:off x="4918305" y="5184098"/>
                <a:ext cx="82090" cy="82090"/>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
          <p:nvSpPr>
            <p:cNvPr id="71" name="矩形 70">
              <a:extLst>
                <a:ext uri="{FF2B5EF4-FFF2-40B4-BE49-F238E27FC236}">
                  <a16:creationId xmlns:a16="http://schemas.microsoft.com/office/drawing/2014/main" id="{AADC30A0-543E-4B71-AB2D-F58181B6029E}"/>
                </a:ext>
              </a:extLst>
            </p:cNvPr>
            <p:cNvSpPr/>
            <p:nvPr/>
          </p:nvSpPr>
          <p:spPr>
            <a:xfrm>
              <a:off x="10938623" y="2127425"/>
              <a:ext cx="614248" cy="614248"/>
            </a:xfrm>
            <a:prstGeom prst="rect">
              <a:avLst/>
            </a:prstGeom>
            <a:solidFill>
              <a:schemeClr val="accent2"/>
            </a:solidFill>
            <a:ln w="12700" cap="rnd">
              <a:solidFill>
                <a:schemeClr val="accent2"/>
              </a:solidFill>
              <a:prstDash val="solid"/>
              <a:round/>
              <a:headEnd/>
              <a:tailEnd/>
            </a:ln>
            <a:effectLst>
              <a:outerShdw blurRad="254000" dist="127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a:ln>
                  <a:noFill/>
                </a:ln>
                <a:solidFill>
                  <a:srgbClr val="FFFFFF"/>
                </a:solidFill>
                <a:effectLst/>
                <a:uLnTx/>
                <a:uFillTx/>
                <a:cs typeface="+mn-ea"/>
                <a:sym typeface="+mn-lt"/>
              </a:endParaRPr>
            </a:p>
          </p:txBody>
        </p:sp>
        <p:sp>
          <p:nvSpPr>
            <p:cNvPr id="72" name="任意多边形: 形状 71">
              <a:extLst>
                <a:ext uri="{FF2B5EF4-FFF2-40B4-BE49-F238E27FC236}">
                  <a16:creationId xmlns:a16="http://schemas.microsoft.com/office/drawing/2014/main" id="{D357213F-847C-42D8-9FFD-13E8AAEACD5D}"/>
                </a:ext>
              </a:extLst>
            </p:cNvPr>
            <p:cNvSpPr/>
            <p:nvPr/>
          </p:nvSpPr>
          <p:spPr>
            <a:xfrm rot="18900000">
              <a:off x="11190459" y="2396788"/>
              <a:ext cx="75523" cy="75523"/>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
        <p:nvSpPr>
          <p:cNvPr id="75" name="矩形 74">
            <a:extLst>
              <a:ext uri="{FF2B5EF4-FFF2-40B4-BE49-F238E27FC236}">
                <a16:creationId xmlns:a16="http://schemas.microsoft.com/office/drawing/2014/main" id="{0AF99818-DF9C-4636-8189-78F2B8112AD6}"/>
              </a:ext>
            </a:extLst>
          </p:cNvPr>
          <p:cNvSpPr/>
          <p:nvPr userDrawn="1"/>
        </p:nvSpPr>
        <p:spPr>
          <a:xfrm>
            <a:off x="1108704" y="1400554"/>
            <a:ext cx="9968814" cy="4556232"/>
          </a:xfrm>
          <a:prstGeom prst="rect">
            <a:avLst/>
          </a:prstGeom>
          <a:pattFill prst="ltHorz">
            <a:fgClr>
              <a:schemeClr val="bg1">
                <a:lumMod val="95000"/>
              </a:schemeClr>
            </a:fgClr>
            <a:bgClr>
              <a:schemeClr val="bg1"/>
            </a:bgClr>
          </a:pattFill>
          <a:ln w="1524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extLst>
      <p:ext uri="{BB962C8B-B14F-4D97-AF65-F5344CB8AC3E}">
        <p14:creationId xmlns:p14="http://schemas.microsoft.com/office/powerpoint/2010/main" val="407619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内容页">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91A47354-B225-4280-BC9F-EEB90484EF6F}"/>
              </a:ext>
            </a:extLst>
          </p:cNvPr>
          <p:cNvGrpSpPr/>
          <p:nvPr userDrawn="1"/>
        </p:nvGrpSpPr>
        <p:grpSpPr>
          <a:xfrm>
            <a:off x="0" y="0"/>
            <a:ext cx="12192000" cy="6858000"/>
            <a:chOff x="0" y="0"/>
            <a:chExt cx="12192000" cy="6858000"/>
          </a:xfrm>
        </p:grpSpPr>
        <p:pic>
          <p:nvPicPr>
            <p:cNvPr id="14" name="图片 13">
              <a:extLst>
                <a:ext uri="{FF2B5EF4-FFF2-40B4-BE49-F238E27FC236}">
                  <a16:creationId xmlns:a16="http://schemas.microsoft.com/office/drawing/2014/main" id="{C8B99A86-449C-4350-9E81-AD927F2A1ECC}"/>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a:off x="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5" name="图片 14">
              <a:extLst>
                <a:ext uri="{FF2B5EF4-FFF2-40B4-BE49-F238E27FC236}">
                  <a16:creationId xmlns:a16="http://schemas.microsoft.com/office/drawing/2014/main" id="{A7485C5D-A95C-4ECF-BF8B-1530D548CDEB}"/>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flipH="1">
              <a:off x="609600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grpSp>
      <p:sp>
        <p:nvSpPr>
          <p:cNvPr id="16" name="矩形 15">
            <a:extLst>
              <a:ext uri="{FF2B5EF4-FFF2-40B4-BE49-F238E27FC236}">
                <a16:creationId xmlns:a16="http://schemas.microsoft.com/office/drawing/2014/main" id="{7B542B79-60FB-4F01-A289-B1CD88316E76}"/>
              </a:ext>
            </a:extLst>
          </p:cNvPr>
          <p:cNvSpPr/>
          <p:nvPr userDrawn="1"/>
        </p:nvSpPr>
        <p:spPr>
          <a:xfrm>
            <a:off x="0" y="1756229"/>
            <a:ext cx="12192000" cy="5101771"/>
          </a:xfrm>
          <a:prstGeom prst="rect">
            <a:avLst/>
          </a:prstGeom>
          <a:gradFill>
            <a:gsLst>
              <a:gs pos="100000">
                <a:schemeClr val="bg1">
                  <a:alpha val="85000"/>
                </a:schemeClr>
              </a:gs>
              <a:gs pos="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74602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底页">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92830734-3574-4AC8-9F12-BF5D29BC1430}"/>
              </a:ext>
            </a:extLst>
          </p:cNvPr>
          <p:cNvGrpSpPr/>
          <p:nvPr userDrawn="1"/>
        </p:nvGrpSpPr>
        <p:grpSpPr>
          <a:xfrm>
            <a:off x="0" y="0"/>
            <a:ext cx="12192000" cy="6858000"/>
            <a:chOff x="0" y="0"/>
            <a:chExt cx="12192000" cy="6858000"/>
          </a:xfrm>
        </p:grpSpPr>
        <p:pic>
          <p:nvPicPr>
            <p:cNvPr id="59" name="图片 58">
              <a:extLst>
                <a:ext uri="{FF2B5EF4-FFF2-40B4-BE49-F238E27FC236}">
                  <a16:creationId xmlns:a16="http://schemas.microsoft.com/office/drawing/2014/main" id="{3D0BD2E1-13EA-433B-96AC-C8016AFBDAE6}"/>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a:off x="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60" name="图片 59">
              <a:extLst>
                <a:ext uri="{FF2B5EF4-FFF2-40B4-BE49-F238E27FC236}">
                  <a16:creationId xmlns:a16="http://schemas.microsoft.com/office/drawing/2014/main" id="{1C5B72CC-07D1-4816-B75C-C8ED8A581960}"/>
                </a:ext>
              </a:extLst>
            </p:cNvPr>
            <p:cNvPicPr>
              <a:picLocks noChangeAspect="1" noChangeArrowheads="1"/>
            </p:cNvPicPr>
            <p:nvPr/>
          </p:nvPicPr>
          <p:blipFill rotWithShape="1">
            <a:blip r:embed="rId2">
              <a:duotone>
                <a:schemeClr val="bg2">
                  <a:shade val="45000"/>
                  <a:satMod val="135000"/>
                </a:schemeClr>
                <a:prstClr val="white"/>
              </a:duotone>
              <a:alphaModFix amt="50000"/>
              <a:extLst>
                <a:ext uri="{28A0092B-C50C-407E-A947-70E740481C1C}">
                  <a14:useLocalDpi xmlns:a14="http://schemas.microsoft.com/office/drawing/2010/main" val="0"/>
                </a:ext>
              </a:extLst>
            </a:blip>
            <a:srcRect l="2684" t="27333" r="56395" b="10455"/>
            <a:stretch/>
          </p:blipFill>
          <p:spPr bwMode="auto">
            <a:xfrm flipH="1">
              <a:off x="6096000" y="0"/>
              <a:ext cx="6096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grpSp>
      <p:grpSp>
        <p:nvGrpSpPr>
          <p:cNvPr id="3" name="组合 2">
            <a:extLst>
              <a:ext uri="{FF2B5EF4-FFF2-40B4-BE49-F238E27FC236}">
                <a16:creationId xmlns:a16="http://schemas.microsoft.com/office/drawing/2014/main" id="{200969D1-8911-4897-93ED-8D52B4636771}"/>
              </a:ext>
            </a:extLst>
          </p:cNvPr>
          <p:cNvGrpSpPr/>
          <p:nvPr userDrawn="1"/>
        </p:nvGrpSpPr>
        <p:grpSpPr>
          <a:xfrm>
            <a:off x="488533" y="5820673"/>
            <a:ext cx="1071559" cy="706622"/>
            <a:chOff x="10862918" y="-1343022"/>
            <a:chExt cx="865621" cy="570820"/>
          </a:xfrm>
          <a:solidFill>
            <a:schemeClr val="accent2">
              <a:alpha val="60000"/>
            </a:schemeClr>
          </a:solidFill>
        </p:grpSpPr>
        <p:grpSp>
          <p:nvGrpSpPr>
            <p:cNvPr id="4" name="组合 3">
              <a:extLst>
                <a:ext uri="{FF2B5EF4-FFF2-40B4-BE49-F238E27FC236}">
                  <a16:creationId xmlns:a16="http://schemas.microsoft.com/office/drawing/2014/main" id="{B70134E6-30D7-485C-86A0-88C70329368F}"/>
                </a:ext>
              </a:extLst>
            </p:cNvPr>
            <p:cNvGrpSpPr/>
            <p:nvPr/>
          </p:nvGrpSpPr>
          <p:grpSpPr>
            <a:xfrm>
              <a:off x="10862918" y="-1343022"/>
              <a:ext cx="404507" cy="102777"/>
              <a:chOff x="4205854" y="-651841"/>
              <a:chExt cx="791324" cy="201059"/>
            </a:xfrm>
            <a:grpFill/>
          </p:grpSpPr>
          <p:sp>
            <p:nvSpPr>
              <p:cNvPr id="33" name="等腰三角形 32">
                <a:extLst>
                  <a:ext uri="{FF2B5EF4-FFF2-40B4-BE49-F238E27FC236}">
                    <a16:creationId xmlns:a16="http://schemas.microsoft.com/office/drawing/2014/main" id="{75B750F2-8B1C-47D1-A8E0-DCCDE9E2FD3D}"/>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4" name="椭圆 33">
                <a:extLst>
                  <a:ext uri="{FF2B5EF4-FFF2-40B4-BE49-F238E27FC236}">
                    <a16:creationId xmlns:a16="http://schemas.microsoft.com/office/drawing/2014/main" id="{18F4107B-4BB2-4FAD-A7A1-0B0005D29F03}"/>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5" name="矩形 34">
                <a:extLst>
                  <a:ext uri="{FF2B5EF4-FFF2-40B4-BE49-F238E27FC236}">
                    <a16:creationId xmlns:a16="http://schemas.microsoft.com/office/drawing/2014/main" id="{AD4FB08F-06D1-406E-8B5C-2D83D1F42F2F}"/>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5" name="组合 4">
              <a:extLst>
                <a:ext uri="{FF2B5EF4-FFF2-40B4-BE49-F238E27FC236}">
                  <a16:creationId xmlns:a16="http://schemas.microsoft.com/office/drawing/2014/main" id="{60DD5F57-CAAA-4518-9EC5-251BE1997025}"/>
                </a:ext>
              </a:extLst>
            </p:cNvPr>
            <p:cNvGrpSpPr/>
            <p:nvPr/>
          </p:nvGrpSpPr>
          <p:grpSpPr>
            <a:xfrm>
              <a:off x="11324032" y="-1343022"/>
              <a:ext cx="404507" cy="102777"/>
              <a:chOff x="4205854" y="-651841"/>
              <a:chExt cx="791324" cy="201059"/>
            </a:xfrm>
            <a:grpFill/>
          </p:grpSpPr>
          <p:sp>
            <p:nvSpPr>
              <p:cNvPr id="30" name="等腰三角形 29">
                <a:extLst>
                  <a:ext uri="{FF2B5EF4-FFF2-40B4-BE49-F238E27FC236}">
                    <a16:creationId xmlns:a16="http://schemas.microsoft.com/office/drawing/2014/main" id="{18274363-1DB1-4FB5-B268-FB4F10B6D4A8}"/>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1" name="椭圆 30">
                <a:extLst>
                  <a:ext uri="{FF2B5EF4-FFF2-40B4-BE49-F238E27FC236}">
                    <a16:creationId xmlns:a16="http://schemas.microsoft.com/office/drawing/2014/main" id="{45D165B4-7AD4-4F8D-B268-F23D08C101E0}"/>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2" name="矩形 31">
                <a:extLst>
                  <a:ext uri="{FF2B5EF4-FFF2-40B4-BE49-F238E27FC236}">
                    <a16:creationId xmlns:a16="http://schemas.microsoft.com/office/drawing/2014/main" id="{41B6860D-6512-49E4-B388-D8B14834A424}"/>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6" name="组合 5">
              <a:extLst>
                <a:ext uri="{FF2B5EF4-FFF2-40B4-BE49-F238E27FC236}">
                  <a16:creationId xmlns:a16="http://schemas.microsoft.com/office/drawing/2014/main" id="{8379EF45-181E-4E68-942B-187B87E30AB5}"/>
                </a:ext>
              </a:extLst>
            </p:cNvPr>
            <p:cNvGrpSpPr/>
            <p:nvPr/>
          </p:nvGrpSpPr>
          <p:grpSpPr>
            <a:xfrm>
              <a:off x="10862918" y="-1179416"/>
              <a:ext cx="404507" cy="102777"/>
              <a:chOff x="4205854" y="-651841"/>
              <a:chExt cx="791324" cy="201059"/>
            </a:xfrm>
            <a:grpFill/>
          </p:grpSpPr>
          <p:sp>
            <p:nvSpPr>
              <p:cNvPr id="27" name="等腰三角形 26">
                <a:extLst>
                  <a:ext uri="{FF2B5EF4-FFF2-40B4-BE49-F238E27FC236}">
                    <a16:creationId xmlns:a16="http://schemas.microsoft.com/office/drawing/2014/main" id="{8F83B86E-A7B8-4D11-9A19-1B489D018B3A}"/>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8" name="椭圆 27">
                <a:extLst>
                  <a:ext uri="{FF2B5EF4-FFF2-40B4-BE49-F238E27FC236}">
                    <a16:creationId xmlns:a16="http://schemas.microsoft.com/office/drawing/2014/main" id="{5D67EAF9-FCB2-4C39-9F0E-9CCB43C022D4}"/>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9" name="矩形 28">
                <a:extLst>
                  <a:ext uri="{FF2B5EF4-FFF2-40B4-BE49-F238E27FC236}">
                    <a16:creationId xmlns:a16="http://schemas.microsoft.com/office/drawing/2014/main" id="{495DA951-E0E6-4DD9-8EE1-9AADDDC411AD}"/>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7" name="组合 6">
              <a:extLst>
                <a:ext uri="{FF2B5EF4-FFF2-40B4-BE49-F238E27FC236}">
                  <a16:creationId xmlns:a16="http://schemas.microsoft.com/office/drawing/2014/main" id="{DCB5AB84-A0A5-48D8-9AF1-A7D44E990722}"/>
                </a:ext>
              </a:extLst>
            </p:cNvPr>
            <p:cNvGrpSpPr/>
            <p:nvPr/>
          </p:nvGrpSpPr>
          <p:grpSpPr>
            <a:xfrm>
              <a:off x="11324032" y="-1179416"/>
              <a:ext cx="404507" cy="102777"/>
              <a:chOff x="4205854" y="-651841"/>
              <a:chExt cx="791324" cy="201059"/>
            </a:xfrm>
            <a:grpFill/>
          </p:grpSpPr>
          <p:sp>
            <p:nvSpPr>
              <p:cNvPr id="24" name="等腰三角形 23">
                <a:extLst>
                  <a:ext uri="{FF2B5EF4-FFF2-40B4-BE49-F238E27FC236}">
                    <a16:creationId xmlns:a16="http://schemas.microsoft.com/office/drawing/2014/main" id="{F6371D48-7618-4049-9012-7EA74BDB1A02}"/>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5" name="椭圆 24">
                <a:extLst>
                  <a:ext uri="{FF2B5EF4-FFF2-40B4-BE49-F238E27FC236}">
                    <a16:creationId xmlns:a16="http://schemas.microsoft.com/office/drawing/2014/main" id="{00BC115A-ED5F-4229-8232-207866EF9D9B}"/>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6" name="矩形 25">
                <a:extLst>
                  <a:ext uri="{FF2B5EF4-FFF2-40B4-BE49-F238E27FC236}">
                    <a16:creationId xmlns:a16="http://schemas.microsoft.com/office/drawing/2014/main" id="{4ABEBE4F-AD45-46FA-A3E8-B104CB8C17B3}"/>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8" name="组合 7">
              <a:extLst>
                <a:ext uri="{FF2B5EF4-FFF2-40B4-BE49-F238E27FC236}">
                  <a16:creationId xmlns:a16="http://schemas.microsoft.com/office/drawing/2014/main" id="{7ACB35C0-EE8D-47E1-9F1D-3A1B8717CC27}"/>
                </a:ext>
              </a:extLst>
            </p:cNvPr>
            <p:cNvGrpSpPr/>
            <p:nvPr/>
          </p:nvGrpSpPr>
          <p:grpSpPr>
            <a:xfrm>
              <a:off x="10862918" y="-1015810"/>
              <a:ext cx="404507" cy="102777"/>
              <a:chOff x="4205854" y="-651841"/>
              <a:chExt cx="791324" cy="201059"/>
            </a:xfrm>
            <a:grpFill/>
          </p:grpSpPr>
          <p:sp>
            <p:nvSpPr>
              <p:cNvPr id="21" name="等腰三角形 20">
                <a:extLst>
                  <a:ext uri="{FF2B5EF4-FFF2-40B4-BE49-F238E27FC236}">
                    <a16:creationId xmlns:a16="http://schemas.microsoft.com/office/drawing/2014/main" id="{16E5D1B1-8F92-457F-8C22-238E79B78DCC}"/>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2" name="椭圆 21">
                <a:extLst>
                  <a:ext uri="{FF2B5EF4-FFF2-40B4-BE49-F238E27FC236}">
                    <a16:creationId xmlns:a16="http://schemas.microsoft.com/office/drawing/2014/main" id="{023D5E88-B9CF-4112-870E-346C7B07B30F}"/>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3" name="矩形 22">
                <a:extLst>
                  <a:ext uri="{FF2B5EF4-FFF2-40B4-BE49-F238E27FC236}">
                    <a16:creationId xmlns:a16="http://schemas.microsoft.com/office/drawing/2014/main" id="{E5F93E82-D5FB-4366-A22A-EEACCC76ADA9}"/>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9" name="组合 8">
              <a:extLst>
                <a:ext uri="{FF2B5EF4-FFF2-40B4-BE49-F238E27FC236}">
                  <a16:creationId xmlns:a16="http://schemas.microsoft.com/office/drawing/2014/main" id="{1016269E-5EBB-4825-90F9-5620F017A4EE}"/>
                </a:ext>
              </a:extLst>
            </p:cNvPr>
            <p:cNvGrpSpPr/>
            <p:nvPr/>
          </p:nvGrpSpPr>
          <p:grpSpPr>
            <a:xfrm>
              <a:off x="11324032" y="-1015810"/>
              <a:ext cx="404507" cy="102777"/>
              <a:chOff x="4205854" y="-651841"/>
              <a:chExt cx="791324" cy="201059"/>
            </a:xfrm>
            <a:grpFill/>
          </p:grpSpPr>
          <p:sp>
            <p:nvSpPr>
              <p:cNvPr id="18" name="等腰三角形 17">
                <a:extLst>
                  <a:ext uri="{FF2B5EF4-FFF2-40B4-BE49-F238E27FC236}">
                    <a16:creationId xmlns:a16="http://schemas.microsoft.com/office/drawing/2014/main" id="{E15FDB05-D1B2-45B9-94F5-3A42CE6FE006}"/>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椭圆 18">
                <a:extLst>
                  <a:ext uri="{FF2B5EF4-FFF2-40B4-BE49-F238E27FC236}">
                    <a16:creationId xmlns:a16="http://schemas.microsoft.com/office/drawing/2014/main" id="{FF94A5F9-826A-48A9-A694-26D64454D951}"/>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矩形 19">
                <a:extLst>
                  <a:ext uri="{FF2B5EF4-FFF2-40B4-BE49-F238E27FC236}">
                    <a16:creationId xmlns:a16="http://schemas.microsoft.com/office/drawing/2014/main" id="{5A22F897-FB01-4AA5-AC60-4585E390B7A1}"/>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0" name="组合 9">
              <a:extLst>
                <a:ext uri="{FF2B5EF4-FFF2-40B4-BE49-F238E27FC236}">
                  <a16:creationId xmlns:a16="http://schemas.microsoft.com/office/drawing/2014/main" id="{01120F0A-BBDB-46ED-B19E-A4985274EA38}"/>
                </a:ext>
              </a:extLst>
            </p:cNvPr>
            <p:cNvGrpSpPr/>
            <p:nvPr/>
          </p:nvGrpSpPr>
          <p:grpSpPr>
            <a:xfrm>
              <a:off x="10862918" y="-874979"/>
              <a:ext cx="404507" cy="102777"/>
              <a:chOff x="4205854" y="-651841"/>
              <a:chExt cx="791324" cy="201059"/>
            </a:xfrm>
            <a:grpFill/>
          </p:grpSpPr>
          <p:sp>
            <p:nvSpPr>
              <p:cNvPr id="15" name="等腰三角形 14">
                <a:extLst>
                  <a:ext uri="{FF2B5EF4-FFF2-40B4-BE49-F238E27FC236}">
                    <a16:creationId xmlns:a16="http://schemas.microsoft.com/office/drawing/2014/main" id="{3789B5D5-4939-4D7B-824A-0B3F3061DE59}"/>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6" name="椭圆 15">
                <a:extLst>
                  <a:ext uri="{FF2B5EF4-FFF2-40B4-BE49-F238E27FC236}">
                    <a16:creationId xmlns:a16="http://schemas.microsoft.com/office/drawing/2014/main" id="{766026D3-72D7-4C6E-A033-AAD75953D241}"/>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矩形 16">
                <a:extLst>
                  <a:ext uri="{FF2B5EF4-FFF2-40B4-BE49-F238E27FC236}">
                    <a16:creationId xmlns:a16="http://schemas.microsoft.com/office/drawing/2014/main" id="{03BD9566-F6DD-413E-BFE7-6F7FF7B70D0E}"/>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1" name="组合 10">
              <a:extLst>
                <a:ext uri="{FF2B5EF4-FFF2-40B4-BE49-F238E27FC236}">
                  <a16:creationId xmlns:a16="http://schemas.microsoft.com/office/drawing/2014/main" id="{9E86CB45-A9D3-4BDB-A8B2-AE9A01A66B95}"/>
                </a:ext>
              </a:extLst>
            </p:cNvPr>
            <p:cNvGrpSpPr/>
            <p:nvPr/>
          </p:nvGrpSpPr>
          <p:grpSpPr>
            <a:xfrm>
              <a:off x="11324032" y="-874979"/>
              <a:ext cx="404507" cy="102777"/>
              <a:chOff x="4205854" y="-651841"/>
              <a:chExt cx="791324" cy="201059"/>
            </a:xfrm>
            <a:grpFill/>
          </p:grpSpPr>
          <p:sp>
            <p:nvSpPr>
              <p:cNvPr id="12" name="等腰三角形 11">
                <a:extLst>
                  <a:ext uri="{FF2B5EF4-FFF2-40B4-BE49-F238E27FC236}">
                    <a16:creationId xmlns:a16="http://schemas.microsoft.com/office/drawing/2014/main" id="{879A267A-11D9-4940-8A70-FF8D673A569E}"/>
                  </a:ext>
                </a:extLst>
              </p:cNvPr>
              <p:cNvSpPr/>
              <p:nvPr/>
            </p:nvSpPr>
            <p:spPr>
              <a:xfrm>
                <a:off x="4205854" y="-641114"/>
                <a:ext cx="208344" cy="17960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3" name="椭圆 12">
                <a:extLst>
                  <a:ext uri="{FF2B5EF4-FFF2-40B4-BE49-F238E27FC236}">
                    <a16:creationId xmlns:a16="http://schemas.microsoft.com/office/drawing/2014/main" id="{E17EDBFA-EC0F-4483-BF53-A6547D38D7A9}"/>
                  </a:ext>
                </a:extLst>
              </p:cNvPr>
              <p:cNvSpPr/>
              <p:nvPr/>
            </p:nvSpPr>
            <p:spPr>
              <a:xfrm>
                <a:off x="4503694" y="-651841"/>
                <a:ext cx="208344" cy="2010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4" name="矩形 13">
                <a:extLst>
                  <a:ext uri="{FF2B5EF4-FFF2-40B4-BE49-F238E27FC236}">
                    <a16:creationId xmlns:a16="http://schemas.microsoft.com/office/drawing/2014/main" id="{188BF453-2560-4991-957A-03A37389C19C}"/>
                  </a:ext>
                </a:extLst>
              </p:cNvPr>
              <p:cNvSpPr/>
              <p:nvPr/>
            </p:nvSpPr>
            <p:spPr>
              <a:xfrm>
                <a:off x="4811422" y="-641114"/>
                <a:ext cx="185756" cy="1792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grpSp>
        <p:nvGrpSpPr>
          <p:cNvPr id="36" name="组合 35">
            <a:extLst>
              <a:ext uri="{FF2B5EF4-FFF2-40B4-BE49-F238E27FC236}">
                <a16:creationId xmlns:a16="http://schemas.microsoft.com/office/drawing/2014/main" id="{6EB56474-7A7E-4F2B-842D-99465BE533E9}"/>
              </a:ext>
            </a:extLst>
          </p:cNvPr>
          <p:cNvGrpSpPr/>
          <p:nvPr userDrawn="1"/>
        </p:nvGrpSpPr>
        <p:grpSpPr>
          <a:xfrm flipV="1">
            <a:off x="840422" y="718185"/>
            <a:ext cx="10511156" cy="5415915"/>
            <a:chOff x="840422" y="718185"/>
            <a:chExt cx="10511156" cy="5415915"/>
          </a:xfrm>
        </p:grpSpPr>
        <p:sp>
          <p:nvSpPr>
            <p:cNvPr id="37" name="矩形 36">
              <a:extLst>
                <a:ext uri="{FF2B5EF4-FFF2-40B4-BE49-F238E27FC236}">
                  <a16:creationId xmlns:a16="http://schemas.microsoft.com/office/drawing/2014/main" id="{CABC3A6E-12AF-4112-B0B7-F4D4FAA30145}"/>
                </a:ext>
              </a:extLst>
            </p:cNvPr>
            <p:cNvSpPr/>
            <p:nvPr/>
          </p:nvSpPr>
          <p:spPr>
            <a:xfrm>
              <a:off x="840422" y="718185"/>
              <a:ext cx="10511156" cy="5415915"/>
            </a:xfrm>
            <a:prstGeom prst="rect">
              <a:avLst/>
            </a:prstGeom>
            <a:pattFill prst="ltHorz">
              <a:fgClr>
                <a:schemeClr val="bg1">
                  <a:lumMod val="95000"/>
                </a:schemeClr>
              </a:fgClr>
              <a:bgClr>
                <a:schemeClr val="bg1"/>
              </a:bgClr>
            </a:pattFill>
            <a:ln>
              <a:noFill/>
            </a:ln>
            <a:effectLst>
              <a:outerShdw blurRad="762000" dist="508000" dir="5400000" sx="80000" sy="80000" algn="t"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38" name="直接连接符 37">
              <a:extLst>
                <a:ext uri="{FF2B5EF4-FFF2-40B4-BE49-F238E27FC236}">
                  <a16:creationId xmlns:a16="http://schemas.microsoft.com/office/drawing/2014/main" id="{D29665C9-5847-4B1B-81F3-795A69698B64}"/>
                </a:ext>
              </a:extLst>
            </p:cNvPr>
            <p:cNvCxnSpPr>
              <a:cxnSpLocks/>
            </p:cNvCxnSpPr>
            <p:nvPr/>
          </p:nvCxnSpPr>
          <p:spPr>
            <a:xfrm>
              <a:off x="840422" y="718185"/>
              <a:ext cx="10511156"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367A20ED-18FC-42CC-BC5A-8A6CC60ECEEE}"/>
              </a:ext>
            </a:extLst>
          </p:cNvPr>
          <p:cNvGrpSpPr/>
          <p:nvPr userDrawn="1"/>
        </p:nvGrpSpPr>
        <p:grpSpPr>
          <a:xfrm>
            <a:off x="10381889" y="5533313"/>
            <a:ext cx="801049" cy="400525"/>
            <a:chOff x="10324375" y="2127425"/>
            <a:chExt cx="1228496" cy="614248"/>
          </a:xfrm>
        </p:grpSpPr>
        <p:grpSp>
          <p:nvGrpSpPr>
            <p:cNvPr id="51" name="组合 50">
              <a:extLst>
                <a:ext uri="{FF2B5EF4-FFF2-40B4-BE49-F238E27FC236}">
                  <a16:creationId xmlns:a16="http://schemas.microsoft.com/office/drawing/2014/main" id="{E9A5A1EA-4855-415B-A260-83623DD4AAB7}"/>
                </a:ext>
              </a:extLst>
            </p:cNvPr>
            <p:cNvGrpSpPr/>
            <p:nvPr/>
          </p:nvGrpSpPr>
          <p:grpSpPr>
            <a:xfrm flipH="1">
              <a:off x="10324375" y="2127425"/>
              <a:ext cx="614248" cy="614248"/>
              <a:chOff x="4644572" y="4891315"/>
              <a:chExt cx="667656" cy="667656"/>
            </a:xfrm>
          </p:grpSpPr>
          <p:sp>
            <p:nvSpPr>
              <p:cNvPr id="54" name="矩形 53">
                <a:extLst>
                  <a:ext uri="{FF2B5EF4-FFF2-40B4-BE49-F238E27FC236}">
                    <a16:creationId xmlns:a16="http://schemas.microsoft.com/office/drawing/2014/main" id="{1C103020-46E9-4D0E-9AEF-8F3BF85F49A5}"/>
                  </a:ext>
                </a:extLst>
              </p:cNvPr>
              <p:cNvSpPr/>
              <p:nvPr/>
            </p:nvSpPr>
            <p:spPr>
              <a:xfrm>
                <a:off x="4644572" y="4891315"/>
                <a:ext cx="667656" cy="667656"/>
              </a:xfrm>
              <a:prstGeom prst="rect">
                <a:avLst/>
              </a:prstGeom>
              <a:solidFill>
                <a:srgbClr val="FFFFFF">
                  <a:alpha val="50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sp>
            <p:nvSpPr>
              <p:cNvPr id="55" name="任意多边形: 形状 54">
                <a:extLst>
                  <a:ext uri="{FF2B5EF4-FFF2-40B4-BE49-F238E27FC236}">
                    <a16:creationId xmlns:a16="http://schemas.microsoft.com/office/drawing/2014/main" id="{ED415E17-7B5D-4262-A91B-BAF3E88336EA}"/>
                  </a:ext>
                </a:extLst>
              </p:cNvPr>
              <p:cNvSpPr/>
              <p:nvPr/>
            </p:nvSpPr>
            <p:spPr>
              <a:xfrm rot="18900000">
                <a:off x="4918305" y="5184098"/>
                <a:ext cx="82090" cy="82090"/>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
          <p:nvSpPr>
            <p:cNvPr id="52" name="矩形 51">
              <a:extLst>
                <a:ext uri="{FF2B5EF4-FFF2-40B4-BE49-F238E27FC236}">
                  <a16:creationId xmlns:a16="http://schemas.microsoft.com/office/drawing/2014/main" id="{85CEFF4D-CED1-4D39-9D5E-B8D6297C506C}"/>
                </a:ext>
              </a:extLst>
            </p:cNvPr>
            <p:cNvSpPr/>
            <p:nvPr/>
          </p:nvSpPr>
          <p:spPr>
            <a:xfrm>
              <a:off x="10938623" y="2127425"/>
              <a:ext cx="614248" cy="614248"/>
            </a:xfrm>
            <a:prstGeom prst="rect">
              <a:avLst/>
            </a:prstGeom>
            <a:solidFill>
              <a:schemeClr val="accent2"/>
            </a:solidFill>
            <a:ln w="12700" cap="rnd">
              <a:solidFill>
                <a:schemeClr val="accent2"/>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a:ln>
                  <a:noFill/>
                </a:ln>
                <a:solidFill>
                  <a:srgbClr val="FFFFFF"/>
                </a:solidFill>
                <a:effectLst/>
                <a:uLnTx/>
                <a:uFillTx/>
                <a:cs typeface="+mn-ea"/>
                <a:sym typeface="+mn-lt"/>
              </a:endParaRPr>
            </a:p>
          </p:txBody>
        </p:sp>
        <p:sp>
          <p:nvSpPr>
            <p:cNvPr id="53" name="任意多边形: 形状 52">
              <a:extLst>
                <a:ext uri="{FF2B5EF4-FFF2-40B4-BE49-F238E27FC236}">
                  <a16:creationId xmlns:a16="http://schemas.microsoft.com/office/drawing/2014/main" id="{BC5FC90C-D9A9-407D-AABF-BFA53FEC3FFF}"/>
                </a:ext>
              </a:extLst>
            </p:cNvPr>
            <p:cNvSpPr/>
            <p:nvPr/>
          </p:nvSpPr>
          <p:spPr>
            <a:xfrm rot="18900000">
              <a:off x="11190459" y="2396788"/>
              <a:ext cx="75523" cy="75523"/>
            </a:xfrm>
            <a:custGeom>
              <a:avLst/>
              <a:gdLst>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0 w 609600"/>
                <a:gd name="connsiteY4" fmla="*/ 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4" fmla="*/ 91440 w 609600"/>
                <a:gd name="connsiteY4" fmla="*/ 91440 h 609600"/>
                <a:gd name="connsiteX0" fmla="*/ 0 w 609600"/>
                <a:gd name="connsiteY0" fmla="*/ 0 h 609600"/>
                <a:gd name="connsiteX1" fmla="*/ 609600 w 609600"/>
                <a:gd name="connsiteY1" fmla="*/ 0 h 609600"/>
                <a:gd name="connsiteX2" fmla="*/ 609600 w 609600"/>
                <a:gd name="connsiteY2" fmla="*/ 609600 h 609600"/>
                <a:gd name="connsiteX3" fmla="*/ 0 w 609600"/>
                <a:gd name="connsiteY3" fmla="*/ 609600 h 609600"/>
                <a:gd name="connsiteX0" fmla="*/ 609600 w 609600"/>
                <a:gd name="connsiteY0" fmla="*/ 0 h 609600"/>
                <a:gd name="connsiteX1" fmla="*/ 609600 w 609600"/>
                <a:gd name="connsiteY1" fmla="*/ 609600 h 609600"/>
                <a:gd name="connsiteX2" fmla="*/ 0 w 609600"/>
                <a:gd name="connsiteY2" fmla="*/ 609600 h 609600"/>
              </a:gdLst>
              <a:ahLst/>
              <a:cxnLst>
                <a:cxn ang="0">
                  <a:pos x="connsiteX0" y="connsiteY0"/>
                </a:cxn>
                <a:cxn ang="0">
                  <a:pos x="connsiteX1" y="connsiteY1"/>
                </a:cxn>
                <a:cxn ang="0">
                  <a:pos x="connsiteX2" y="connsiteY2"/>
                </a:cxn>
              </a:cxnLst>
              <a:rect l="l" t="t" r="r" b="b"/>
              <a:pathLst>
                <a:path w="609600" h="609600">
                  <a:moveTo>
                    <a:pt x="609600" y="0"/>
                  </a:moveTo>
                  <a:lnTo>
                    <a:pt x="609600" y="609600"/>
                  </a:lnTo>
                  <a:lnTo>
                    <a:pt x="0" y="609600"/>
                  </a:lnTo>
                </a:path>
              </a:pathLst>
            </a:cu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cs typeface="+mn-ea"/>
                <a:sym typeface="+mn-lt"/>
              </a:endParaRPr>
            </a:p>
          </p:txBody>
        </p:sp>
      </p:grpSp>
    </p:spTree>
    <p:extLst>
      <p:ext uri="{BB962C8B-B14F-4D97-AF65-F5344CB8AC3E}">
        <p14:creationId xmlns:p14="http://schemas.microsoft.com/office/powerpoint/2010/main" val="2075015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注页">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0A5BDFB-2C1C-46E0-8A2B-96025190B159}"/>
              </a:ext>
            </a:extLst>
          </p:cNvPr>
          <p:cNvSpPr/>
          <p:nvPr userDrawn="1"/>
        </p:nvSpPr>
        <p:spPr>
          <a:xfrm>
            <a:off x="-12492" y="0"/>
            <a:ext cx="12204492" cy="6858000"/>
          </a:xfrm>
          <a:prstGeom prst="rect">
            <a:avLst/>
          </a:prstGeom>
          <a:solidFill>
            <a:srgbClr val="E6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FC49ABBA-266D-4F08-9C50-6B44E28EA85D}"/>
              </a:ext>
            </a:extLst>
          </p:cNvPr>
          <p:cNvSpPr txBox="1">
            <a:spLocks/>
          </p:cNvSpPr>
          <p:nvPr userDrawn="1"/>
        </p:nvSpPr>
        <p:spPr>
          <a:xfrm>
            <a:off x="440603" y="182445"/>
            <a:ext cx="1657138" cy="287259"/>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100" b="0" i="0" kern="1200" baseline="0">
                <a:solidFill>
                  <a:schemeClr val="bg1"/>
                </a:solidFill>
                <a:latin typeface="Microsoft YaHei Light" panose="020B0503020204020204" pitchFamily="34" charset="-122"/>
                <a:ea typeface="Microsoft YaHei Light" panose="020B0503020204020204" pitchFamily="34" charset="-122"/>
                <a:cs typeface="Segoe UI Light"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en-US" altLang="zh-CN" sz="11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cs typeface="Segoe UI Light" charset="0"/>
              </a:rPr>
              <a:t>OfficePLUS.cn</a:t>
            </a:r>
            <a:endParaRPr kumimoji="1" lang="zh-CN" altLang="en-US" sz="11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cs typeface="Segoe UI Light" charset="0"/>
            </a:endParaRPr>
          </a:p>
        </p:txBody>
      </p:sp>
      <p:sp>
        <p:nvSpPr>
          <p:cNvPr id="17" name="文本框 16">
            <a:extLst>
              <a:ext uri="{FF2B5EF4-FFF2-40B4-BE49-F238E27FC236}">
                <a16:creationId xmlns:a16="http://schemas.microsoft.com/office/drawing/2014/main" id="{2DE5D1B1-1479-4EF2-8E48-0FC52D130F5C}"/>
              </a:ext>
            </a:extLst>
          </p:cNvPr>
          <p:cNvSpPr txBox="1">
            <a:spLocks/>
          </p:cNvSpPr>
          <p:nvPr userDrawn="1"/>
        </p:nvSpPr>
        <p:spPr>
          <a:xfrm>
            <a:off x="4153012" y="759876"/>
            <a:ext cx="7074345" cy="5399189"/>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200" b="0" i="0" kern="120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中文 微软雅黑</a:t>
            </a:r>
            <a:endParaRPr kumimoji="1" lang="en"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英文 </a:t>
            </a:r>
            <a:r>
              <a:rPr kumimoji="1" lang="en"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Arail</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标题 </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1.0</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正文 </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1.3</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http://streetwill.co/</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本网站所提供的任何信息内容（包括但不限于 </a:t>
            </a:r>
            <a:r>
              <a:rPr kumimoji="1" lang="en"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PPT </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模板、</a:t>
            </a:r>
            <a:r>
              <a:rPr kumimoji="1" lang="en"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Word </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文档、</a:t>
            </a:r>
            <a:r>
              <a:rPr kumimoji="1" lang="en"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Excel </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图表、图片素材等）均受</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中华人民共和国著作权法</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信息网络传播权保护条例</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及其他适用的法律法规的保护，未经权利人书面明确授权，信息内容的任何部分</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包括图片或图表</a:t>
            </a:r>
            <a:r>
              <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a:t>
            </a: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不得被全部或部分的复制、传播、销售，否则将承担法律责任。</a:t>
            </a:r>
            <a:endPar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rPr>
              <a:t>溢恩溢</a:t>
            </a:r>
            <a:endParaRPr kumimoji="1" lang="en" altLang="zh-CN"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endParaRPr>
          </a:p>
        </p:txBody>
      </p:sp>
      <p:sp>
        <p:nvSpPr>
          <p:cNvPr id="18" name="文本框 17">
            <a:extLst>
              <a:ext uri="{FF2B5EF4-FFF2-40B4-BE49-F238E27FC236}">
                <a16:creationId xmlns:a16="http://schemas.microsoft.com/office/drawing/2014/main" id="{018EEF2F-6783-45C7-9DC7-CD5D5B0BBB8B}"/>
              </a:ext>
            </a:extLst>
          </p:cNvPr>
          <p:cNvSpPr txBox="1">
            <a:spLocks/>
          </p:cNvSpPr>
          <p:nvPr userDrawn="1"/>
        </p:nvSpPr>
        <p:spPr>
          <a:xfrm>
            <a:off x="440603" y="759873"/>
            <a:ext cx="1657138" cy="440267"/>
          </a:xfrm>
          <a:prstGeom prst="rect">
            <a:avLst/>
          </a:prstGeom>
        </p:spPr>
        <p:txBody>
          <a:bodyPr/>
          <a:lstStyle>
            <a:lvl1pPr marL="0" marR="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sz="1867" b="0" i="0" kern="120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zh-CN" altLang="en-US" sz="1867"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rPr>
              <a:t>标注</a:t>
            </a:r>
            <a:endParaRPr kumimoji="1" lang="zh-CN" altLang="en-US" sz="1867" b="0"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E95F7C27-DAD8-45AE-8E4B-D53C9AD2DC29}"/>
              </a:ext>
            </a:extLst>
          </p:cNvPr>
          <p:cNvSpPr txBox="1">
            <a:spLocks/>
          </p:cNvSpPr>
          <p:nvPr userDrawn="1"/>
        </p:nvSpPr>
        <p:spPr>
          <a:xfrm>
            <a:off x="2378000" y="759876"/>
            <a:ext cx="1494754" cy="5399189"/>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200" b="0" i="0" kern="1200" baseline="0">
                <a:solidFill>
                  <a:schemeClr val="bg1"/>
                </a:solidFill>
                <a:latin typeface="Microsoft YaHei Light" panose="020B0503020204020204" pitchFamily="34" charset="-122"/>
                <a:ea typeface="Microsoft YaHei Light" panose="020B0503020204020204" pitchFamily="34" charset="-122"/>
                <a:cs typeface="Microsoft YaHei Light"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rPr>
              <a:t>字体使用</a:t>
            </a: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rPr>
              <a:t>行距</a:t>
            </a: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rPr>
              <a:t>素材</a:t>
            </a: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rPr>
              <a:t>声明</a:t>
            </a: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sz="1200" b="0" i="0" u="none" strike="noStrike" kern="1200" cap="none" spc="0" normalizeH="0" baseline="0" noProof="0">
                <a:ln>
                  <a:noFill/>
                </a:ln>
                <a:solidFill>
                  <a:srgbClr val="FFFFFF"/>
                </a:solidFill>
                <a:effectLst/>
                <a:uLnTx/>
                <a:uFillTx/>
                <a:latin typeface="Microsoft YaHei Light" panose="020B0503020204020204" pitchFamily="34" charset="-122"/>
                <a:ea typeface="Microsoft YaHei Light" panose="020B0503020204020204" pitchFamily="34" charset="-122"/>
              </a:rPr>
              <a:t>作者</a:t>
            </a:r>
            <a:endParaRPr kumimoji="1" lang="zh-CN" altLang="en-US" sz="1200" b="0" i="0" u="none" strike="noStrike" kern="1200" cap="none" spc="0" normalizeH="0" baseline="0" noProof="0" dirty="0">
              <a:ln>
                <a:noFill/>
              </a:ln>
              <a:solidFill>
                <a:srgbClr val="FFFFFF"/>
              </a:solidFill>
              <a:effectLst/>
              <a:uLnTx/>
              <a:uFillTx/>
              <a:latin typeface="Microsoft YaHei Light" panose="020B0503020204020204" pitchFamily="34" charset="-122"/>
              <a:ea typeface="Microsoft YaHei Light" panose="020B0503020204020204" pitchFamily="34" charset="-122"/>
            </a:endParaRPr>
          </a:p>
        </p:txBody>
      </p:sp>
    </p:spTree>
    <p:extLst>
      <p:ext uri="{BB962C8B-B14F-4D97-AF65-F5344CB8AC3E}">
        <p14:creationId xmlns:p14="http://schemas.microsoft.com/office/powerpoint/2010/main" val="1749082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129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7" name="矩形 6" hidden="1">
            <a:extLst>
              <a:ext uri="{FF2B5EF4-FFF2-40B4-BE49-F238E27FC236}">
                <a16:creationId xmlns:a16="http://schemas.microsoft.com/office/drawing/2014/main" id="{B1DACB71-A309-4506-A958-98E4DF32861C}"/>
              </a:ext>
            </a:extLst>
          </p:cNvPr>
          <p:cNvSpPr/>
          <p:nvPr>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648"/>
          </a:p>
        </p:txBody>
      </p:sp>
    </p:spTree>
    <p:extLst>
      <p:ext uri="{BB962C8B-B14F-4D97-AF65-F5344CB8AC3E}">
        <p14:creationId xmlns:p14="http://schemas.microsoft.com/office/powerpoint/2010/main" val="544188909"/>
      </p:ext>
    </p:extLst>
  </p:cSld>
  <p:clrMap bg1="lt1" tx1="dk1" bg2="lt2" tx2="dk2" accent1="accent1" accent2="accent2" accent3="accent3" accent4="accent4" accent5="accent5" accent6="accent6" hlink="hlink" folHlink="folHlink"/>
  <p:sldLayoutIdLst>
    <p:sldLayoutId id="2147483687" r:id="rId1"/>
    <p:sldLayoutId id="2147483689" r:id="rId2"/>
    <p:sldLayoutId id="2147483688" r:id="rId3"/>
    <p:sldLayoutId id="2147483684" r:id="rId4"/>
    <p:sldLayoutId id="2147483692" r:id="rId5"/>
    <p:sldLayoutId id="2147483690" r:id="rId6"/>
    <p:sldLayoutId id="214748369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4.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hemeOverride" Target="../theme/themeOverride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hemeOverride" Target="../theme/themeOverride4.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F48EA96-D144-4C77-BFC2-D7B812B8B758}"/>
              </a:ext>
            </a:extLst>
          </p:cNvPr>
          <p:cNvSpPr txBox="1"/>
          <p:nvPr/>
        </p:nvSpPr>
        <p:spPr>
          <a:xfrm>
            <a:off x="2597360" y="1555629"/>
            <a:ext cx="6997276" cy="975588"/>
          </a:xfrm>
          <a:prstGeom prst="rect">
            <a:avLst/>
          </a:prstGeom>
          <a:noFill/>
          <a:effectLst/>
        </p:spPr>
        <p:txBody>
          <a:bodyPr wrap="square" lIns="0" tIns="0" rIns="0" bIns="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zh-CN" altLang="en-US" sz="5400" b="1">
                <a:solidFill>
                  <a:schemeClr val="accent2"/>
                </a:solidFill>
                <a:cs typeface="+mn-ea"/>
                <a:sym typeface="+mn-lt"/>
              </a:rPr>
              <a:t>组会汇报</a:t>
            </a:r>
            <a:endParaRPr kumimoji="0" lang="zh-CN" altLang="en-US" sz="5400" b="1" i="0" u="none" strike="noStrike" kern="1200" cap="none" spc="0" normalizeH="0" baseline="0" noProof="0" dirty="0">
              <a:ln>
                <a:noFill/>
              </a:ln>
              <a:solidFill>
                <a:schemeClr val="accent2"/>
              </a:solidFill>
              <a:effectLst/>
              <a:uLnTx/>
              <a:uFillTx/>
              <a:cs typeface="+mn-ea"/>
              <a:sym typeface="+mn-lt"/>
            </a:endParaRPr>
          </a:p>
        </p:txBody>
      </p:sp>
      <p:grpSp>
        <p:nvGrpSpPr>
          <p:cNvPr id="4" name="组合 3">
            <a:extLst>
              <a:ext uri="{FF2B5EF4-FFF2-40B4-BE49-F238E27FC236}">
                <a16:creationId xmlns:a16="http://schemas.microsoft.com/office/drawing/2014/main" id="{EBF096E5-8C88-EDED-524E-5A9F2F4F21D4}"/>
              </a:ext>
            </a:extLst>
          </p:cNvPr>
          <p:cNvGrpSpPr/>
          <p:nvPr/>
        </p:nvGrpSpPr>
        <p:grpSpPr>
          <a:xfrm>
            <a:off x="4618671" y="4065310"/>
            <a:ext cx="2954655" cy="1384995"/>
            <a:chOff x="4618671" y="4293820"/>
            <a:chExt cx="2954655" cy="1384995"/>
          </a:xfrm>
        </p:grpSpPr>
        <p:sp>
          <p:nvSpPr>
            <p:cNvPr id="15" name="文本框 14">
              <a:extLst>
                <a:ext uri="{FF2B5EF4-FFF2-40B4-BE49-F238E27FC236}">
                  <a16:creationId xmlns:a16="http://schemas.microsoft.com/office/drawing/2014/main" id="{13DF274D-45A6-AA02-71AF-6B828CA4D3D0}"/>
                </a:ext>
              </a:extLst>
            </p:cNvPr>
            <p:cNvSpPr txBox="1"/>
            <p:nvPr/>
          </p:nvSpPr>
          <p:spPr>
            <a:xfrm>
              <a:off x="5080337" y="4293820"/>
              <a:ext cx="2031325" cy="461665"/>
            </a:xfrm>
            <a:prstGeom prst="rect">
              <a:avLst/>
            </a:prstGeom>
            <a:noFill/>
          </p:spPr>
          <p:txBody>
            <a:bodyPr wrap="none" rtlCol="0">
              <a:spAutoFit/>
            </a:bodyPr>
            <a:lstStyle/>
            <a:p>
              <a:r>
                <a:rPr lang="zh-CN" altLang="en-US" sz="2400" dirty="0"/>
                <a:t>汇报人：王宇</a:t>
              </a:r>
            </a:p>
          </p:txBody>
        </p:sp>
        <p:sp>
          <p:nvSpPr>
            <p:cNvPr id="16" name="文本框 15">
              <a:extLst>
                <a:ext uri="{FF2B5EF4-FFF2-40B4-BE49-F238E27FC236}">
                  <a16:creationId xmlns:a16="http://schemas.microsoft.com/office/drawing/2014/main" id="{146B0EFE-A594-98E8-12B2-9A4918E50DBB}"/>
                </a:ext>
              </a:extLst>
            </p:cNvPr>
            <p:cNvSpPr txBox="1"/>
            <p:nvPr/>
          </p:nvSpPr>
          <p:spPr>
            <a:xfrm>
              <a:off x="4618671" y="4755485"/>
              <a:ext cx="2954655" cy="461665"/>
            </a:xfrm>
            <a:prstGeom prst="rect">
              <a:avLst/>
            </a:prstGeom>
            <a:noFill/>
          </p:spPr>
          <p:txBody>
            <a:bodyPr wrap="none" rtlCol="0">
              <a:spAutoFit/>
            </a:bodyPr>
            <a:lstStyle/>
            <a:p>
              <a:r>
                <a:rPr lang="zh-CN" altLang="en-US" sz="2400" dirty="0"/>
                <a:t>指导老师：李飞教授</a:t>
              </a:r>
            </a:p>
          </p:txBody>
        </p:sp>
        <p:sp>
          <p:nvSpPr>
            <p:cNvPr id="2" name="文本框 1">
              <a:extLst>
                <a:ext uri="{FF2B5EF4-FFF2-40B4-BE49-F238E27FC236}">
                  <a16:creationId xmlns:a16="http://schemas.microsoft.com/office/drawing/2014/main" id="{A91ECE76-0A0C-CCF9-9BD6-A035DF200035}"/>
                </a:ext>
              </a:extLst>
            </p:cNvPr>
            <p:cNvSpPr txBox="1"/>
            <p:nvPr/>
          </p:nvSpPr>
          <p:spPr>
            <a:xfrm>
              <a:off x="4960624" y="5217150"/>
              <a:ext cx="2307042" cy="461665"/>
            </a:xfrm>
            <a:prstGeom prst="rect">
              <a:avLst/>
            </a:prstGeom>
            <a:noFill/>
          </p:spPr>
          <p:txBody>
            <a:bodyPr wrap="none" rtlCol="0">
              <a:spAutoFit/>
            </a:bodyPr>
            <a:lstStyle/>
            <a:p>
              <a:r>
                <a:rPr lang="zh-CN" altLang="en-US" sz="2400" dirty="0"/>
                <a:t>日期</a:t>
              </a:r>
              <a:r>
                <a:rPr lang="zh-CN" altLang="en-US" sz="2400"/>
                <a:t>：</a:t>
              </a:r>
              <a:r>
                <a:rPr lang="en-US" altLang="zh-CN" sz="2400"/>
                <a:t>2026.9.8</a:t>
              </a:r>
              <a:endParaRPr lang="zh-CN" altLang="en-US" sz="2400" dirty="0"/>
            </a:p>
          </p:txBody>
        </p:sp>
      </p:grpSp>
    </p:spTree>
    <p:extLst>
      <p:ext uri="{BB962C8B-B14F-4D97-AF65-F5344CB8AC3E}">
        <p14:creationId xmlns:p14="http://schemas.microsoft.com/office/powerpoint/2010/main" val="75864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2376BFC-FE65-2FEC-82FA-9306A3BEEAD8}"/>
              </a:ext>
            </a:extLst>
          </p:cNvPr>
          <p:cNvSpPr txBox="1"/>
          <p:nvPr/>
        </p:nvSpPr>
        <p:spPr>
          <a:xfrm>
            <a:off x="397558" y="263951"/>
            <a:ext cx="1826141" cy="584775"/>
          </a:xfrm>
          <a:prstGeom prst="rect">
            <a:avLst/>
          </a:prstGeom>
          <a:noFill/>
        </p:spPr>
        <p:txBody>
          <a:bodyPr wrap="none" rtlCol="0">
            <a:spAutoFit/>
          </a:bodyPr>
          <a:lstStyle/>
          <a:p>
            <a:r>
              <a:rPr lang="zh-CN" altLang="en-US" sz="3200" b="1"/>
              <a:t>当前目标</a:t>
            </a:r>
            <a:endParaRPr lang="zh-CN" altLang="en-US" sz="3200" b="1" dirty="0"/>
          </a:p>
        </p:txBody>
      </p:sp>
      <p:sp>
        <p:nvSpPr>
          <p:cNvPr id="3" name="文本框 2">
            <a:extLst>
              <a:ext uri="{FF2B5EF4-FFF2-40B4-BE49-F238E27FC236}">
                <a16:creationId xmlns:a16="http://schemas.microsoft.com/office/drawing/2014/main" id="{4BE80CFD-E682-7AF2-7E6F-878B7372BBB3}"/>
              </a:ext>
            </a:extLst>
          </p:cNvPr>
          <p:cNvSpPr txBox="1"/>
          <p:nvPr/>
        </p:nvSpPr>
        <p:spPr>
          <a:xfrm>
            <a:off x="2999077" y="358759"/>
            <a:ext cx="5465406" cy="472694"/>
          </a:xfrm>
          <a:prstGeom prst="rect">
            <a:avLst/>
          </a:prstGeom>
          <a:noFill/>
        </p:spPr>
        <p:txBody>
          <a:bodyPr wrap="square" rtlCol="0">
            <a:spAutoFit/>
          </a:bodyPr>
          <a:lstStyle/>
          <a:p>
            <a:pPr algn="just">
              <a:lnSpc>
                <a:spcPts val="3200"/>
              </a:lnSpc>
            </a:pPr>
            <a:r>
              <a:rPr lang="zh-CN" altLang="en-US" sz="2400"/>
              <a:t>基于</a:t>
            </a:r>
            <a:r>
              <a:rPr lang="en-US" altLang="zh-CN" sz="2400"/>
              <a:t>QGNN+LLM</a:t>
            </a:r>
            <a:r>
              <a:rPr lang="zh-CN" altLang="en-US" sz="2400"/>
              <a:t>的多目标轨迹预测</a:t>
            </a:r>
            <a:endParaRPr lang="en-US" altLang="zh-CN" sz="2400"/>
          </a:p>
        </p:txBody>
      </p:sp>
      <p:sp>
        <p:nvSpPr>
          <p:cNvPr id="4" name="矩形 3">
            <a:extLst>
              <a:ext uri="{FF2B5EF4-FFF2-40B4-BE49-F238E27FC236}">
                <a16:creationId xmlns:a16="http://schemas.microsoft.com/office/drawing/2014/main" id="{DCD6595F-5AA4-797F-F885-20B72C80465D}"/>
              </a:ext>
            </a:extLst>
          </p:cNvPr>
          <p:cNvSpPr/>
          <p:nvPr/>
        </p:nvSpPr>
        <p:spPr>
          <a:xfrm>
            <a:off x="1310628" y="1569874"/>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含噪雷达量测</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C03FD6F9-EE2F-BBA4-3B8E-76A0BD752185}"/>
              </a:ext>
            </a:extLst>
          </p:cNvPr>
          <p:cNvSpPr/>
          <p:nvPr/>
        </p:nvSpPr>
        <p:spPr>
          <a:xfrm>
            <a:off x="1310628" y="2775839"/>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历史轨迹</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D6BE36CD-55B5-497A-91E2-635574220B31}"/>
              </a:ext>
            </a:extLst>
          </p:cNvPr>
          <p:cNvSpPr/>
          <p:nvPr/>
        </p:nvSpPr>
        <p:spPr>
          <a:xfrm>
            <a:off x="1310628" y="3981804"/>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目标交互图</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0C0EA74A-257C-86CE-3293-C6FB67FC4C05}"/>
              </a:ext>
            </a:extLst>
          </p:cNvPr>
          <p:cNvSpPr/>
          <p:nvPr/>
        </p:nvSpPr>
        <p:spPr>
          <a:xfrm>
            <a:off x="1076170" y="5187769"/>
            <a:ext cx="2469662"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未来</a:t>
            </a:r>
            <a:r>
              <a:rPr kumimoji="0" lang="en-US" altLang="zh-CN"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20</a:t>
            </a: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帧轨迹</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cxnSp>
        <p:nvCxnSpPr>
          <p:cNvPr id="14" name="直接箭头连接符 13">
            <a:extLst>
              <a:ext uri="{FF2B5EF4-FFF2-40B4-BE49-F238E27FC236}">
                <a16:creationId xmlns:a16="http://schemas.microsoft.com/office/drawing/2014/main" id="{C0A2F481-0235-48ED-4A4A-B4AB770DCADA}"/>
              </a:ext>
            </a:extLst>
          </p:cNvPr>
          <p:cNvCxnSpPr>
            <a:stCxn id="4" idx="2"/>
            <a:endCxn id="7" idx="0"/>
          </p:cNvCxnSpPr>
          <p:nvPr/>
        </p:nvCxnSpPr>
        <p:spPr>
          <a:xfrm>
            <a:off x="2314905" y="2154649"/>
            <a:ext cx="0" cy="62119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id="{831189CE-F33F-8092-8806-808A19ABE2B2}"/>
              </a:ext>
            </a:extLst>
          </p:cNvPr>
          <p:cNvCxnSpPr>
            <a:stCxn id="7" idx="2"/>
            <a:endCxn id="8" idx="0"/>
          </p:cNvCxnSpPr>
          <p:nvPr/>
        </p:nvCxnSpPr>
        <p:spPr>
          <a:xfrm>
            <a:off x="2314905" y="3360614"/>
            <a:ext cx="0" cy="62119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82CECE9F-8FED-494F-A5C3-1A6DFE15ED13}"/>
              </a:ext>
            </a:extLst>
          </p:cNvPr>
          <p:cNvCxnSpPr>
            <a:stCxn id="8" idx="2"/>
            <a:endCxn id="9" idx="0"/>
          </p:cNvCxnSpPr>
          <p:nvPr/>
        </p:nvCxnSpPr>
        <p:spPr>
          <a:xfrm flipH="1">
            <a:off x="2311001" y="4566579"/>
            <a:ext cx="3904" cy="62119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0" name="文本框 19">
            <a:extLst>
              <a:ext uri="{FF2B5EF4-FFF2-40B4-BE49-F238E27FC236}">
                <a16:creationId xmlns:a16="http://schemas.microsoft.com/office/drawing/2014/main" id="{BEFBD298-3BAA-2C10-A934-6848D699EB08}"/>
              </a:ext>
            </a:extLst>
          </p:cNvPr>
          <p:cNvSpPr txBox="1"/>
          <p:nvPr/>
        </p:nvSpPr>
        <p:spPr>
          <a:xfrm>
            <a:off x="4464136" y="1862261"/>
            <a:ext cx="7053534" cy="1980286"/>
          </a:xfrm>
          <a:prstGeom prst="rect">
            <a:avLst/>
          </a:prstGeom>
          <a:noFill/>
        </p:spPr>
        <p:txBody>
          <a:bodyPr wrap="none" rtlCol="0">
            <a:spAutoFit/>
          </a:bodyPr>
          <a:lstStyle/>
          <a:p>
            <a:pPr>
              <a:lnSpc>
                <a:spcPts val="3000"/>
              </a:lnSpc>
            </a:pPr>
            <a:r>
              <a:rPr lang="zh-CN" altLang="en-US" sz="2000"/>
              <a:t>研究问题：</a:t>
            </a:r>
            <a:endParaRPr lang="en-US" altLang="zh-CN" sz="2000"/>
          </a:p>
          <a:p>
            <a:pPr>
              <a:lnSpc>
                <a:spcPts val="3000"/>
              </a:lnSpc>
            </a:pPr>
            <a:r>
              <a:rPr lang="zh-CN" altLang="en-US" sz="2000"/>
              <a:t>（</a:t>
            </a:r>
            <a:r>
              <a:rPr lang="en-US" altLang="zh-CN" sz="2000"/>
              <a:t>1</a:t>
            </a:r>
            <a:r>
              <a:rPr lang="zh-CN" altLang="en-US" sz="2000"/>
              <a:t>）普通</a:t>
            </a:r>
            <a:r>
              <a:rPr lang="en-US" altLang="zh-CN" sz="2000"/>
              <a:t>GNN</a:t>
            </a:r>
            <a:r>
              <a:rPr lang="zh-CN" altLang="en-US" sz="2000"/>
              <a:t>使用经典神经网络计算目标之间的交互权重；</a:t>
            </a:r>
            <a:endParaRPr lang="en-US" altLang="zh-CN" sz="2000"/>
          </a:p>
          <a:p>
            <a:pPr>
              <a:lnSpc>
                <a:spcPts val="3000"/>
              </a:lnSpc>
            </a:pPr>
            <a:r>
              <a:rPr lang="zh-CN" altLang="en-US" sz="2000"/>
              <a:t>（</a:t>
            </a:r>
            <a:r>
              <a:rPr lang="en-US" altLang="zh-CN" sz="2000"/>
              <a:t>2</a:t>
            </a:r>
            <a:r>
              <a:rPr lang="zh-CN" altLang="en-US" sz="2000"/>
              <a:t>）用参数化量子电路替换图消息计算核心；</a:t>
            </a:r>
            <a:endParaRPr lang="en-US" altLang="zh-CN" sz="2000"/>
          </a:p>
          <a:p>
            <a:pPr>
              <a:lnSpc>
                <a:spcPts val="3000"/>
              </a:lnSpc>
            </a:pPr>
            <a:r>
              <a:rPr lang="zh-CN" altLang="en-US" sz="2000"/>
              <a:t>（</a:t>
            </a:r>
            <a:r>
              <a:rPr lang="en-US" altLang="zh-CN" sz="2000"/>
              <a:t>3</a:t>
            </a:r>
            <a:r>
              <a:rPr lang="zh-CN" altLang="en-US" sz="2000"/>
              <a:t>）研究量子电路能否更好地表达复杂的目标交互关系；</a:t>
            </a:r>
            <a:endParaRPr lang="en-US" altLang="zh-CN" sz="2000"/>
          </a:p>
          <a:p>
            <a:pPr>
              <a:lnSpc>
                <a:spcPts val="3000"/>
              </a:lnSpc>
            </a:pPr>
            <a:r>
              <a:rPr lang="zh-CN" altLang="en-US" sz="2000"/>
              <a:t>（</a:t>
            </a:r>
            <a:r>
              <a:rPr lang="en-US" altLang="zh-CN" sz="2000"/>
              <a:t>4</a:t>
            </a:r>
            <a:r>
              <a:rPr lang="zh-CN" altLang="en-US" sz="2000"/>
              <a:t>）图特征最终输入 </a:t>
            </a:r>
            <a:r>
              <a:rPr lang="en-US" altLang="zh-CN" sz="2000"/>
              <a:t>GPT-2</a:t>
            </a:r>
            <a:r>
              <a:rPr lang="zh-CN" altLang="en-US" sz="2000"/>
              <a:t>＋</a:t>
            </a:r>
            <a:r>
              <a:rPr lang="en-US" altLang="zh-CN" sz="2000"/>
              <a:t>LoRA</a:t>
            </a:r>
            <a:r>
              <a:rPr lang="zh-CN" altLang="en-US" sz="2000"/>
              <a:t>，生成轨迹修正量。</a:t>
            </a:r>
          </a:p>
        </p:txBody>
      </p:sp>
    </p:spTree>
    <p:extLst>
      <p:ext uri="{BB962C8B-B14F-4D97-AF65-F5344CB8AC3E}">
        <p14:creationId xmlns:p14="http://schemas.microsoft.com/office/powerpoint/2010/main" val="1643132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2376BFC-FE65-2FEC-82FA-9306A3BEEAD8}"/>
              </a:ext>
            </a:extLst>
          </p:cNvPr>
          <p:cNvSpPr txBox="1"/>
          <p:nvPr/>
        </p:nvSpPr>
        <p:spPr>
          <a:xfrm>
            <a:off x="397558" y="263951"/>
            <a:ext cx="2646878" cy="584775"/>
          </a:xfrm>
          <a:prstGeom prst="rect">
            <a:avLst/>
          </a:prstGeom>
          <a:noFill/>
        </p:spPr>
        <p:txBody>
          <a:bodyPr wrap="none" rtlCol="0">
            <a:spAutoFit/>
          </a:bodyPr>
          <a:lstStyle/>
          <a:p>
            <a:r>
              <a:rPr lang="zh-CN" altLang="en-US" sz="3200" b="1"/>
              <a:t>完整模型流程</a:t>
            </a:r>
            <a:endParaRPr lang="zh-CN" altLang="en-US" sz="3200" b="1" dirty="0"/>
          </a:p>
        </p:txBody>
      </p:sp>
      <p:sp>
        <p:nvSpPr>
          <p:cNvPr id="2" name="矩形 1">
            <a:extLst>
              <a:ext uri="{FF2B5EF4-FFF2-40B4-BE49-F238E27FC236}">
                <a16:creationId xmlns:a16="http://schemas.microsoft.com/office/drawing/2014/main" id="{EF460135-BC3F-D552-FAA5-BF2EC80C1DF8}"/>
              </a:ext>
            </a:extLst>
          </p:cNvPr>
          <p:cNvSpPr/>
          <p:nvPr/>
        </p:nvSpPr>
        <p:spPr>
          <a:xfrm>
            <a:off x="2360230" y="1111163"/>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历史轨迹输入</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4DFAD8BC-8D09-6B8F-BEDB-A66F8A0292A8}"/>
              </a:ext>
            </a:extLst>
          </p:cNvPr>
          <p:cNvSpPr/>
          <p:nvPr/>
        </p:nvSpPr>
        <p:spPr>
          <a:xfrm>
            <a:off x="2360230" y="2033378"/>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目标交互图构建</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C481585-125E-9FBF-1C55-F26FCCA3EAB6}"/>
              </a:ext>
            </a:extLst>
          </p:cNvPr>
          <p:cNvSpPr/>
          <p:nvPr/>
        </p:nvSpPr>
        <p:spPr>
          <a:xfrm>
            <a:off x="2360230" y="2955593"/>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两层图消息传播</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7ED12E9C-2F7A-886A-B8EA-6100A8DE17F9}"/>
              </a:ext>
            </a:extLst>
          </p:cNvPr>
          <p:cNvSpPr/>
          <p:nvPr/>
        </p:nvSpPr>
        <p:spPr>
          <a:xfrm>
            <a:off x="2360230" y="3877808"/>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图预测分支</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156AA765-C542-9C04-0882-3BA067EE09A9}"/>
              </a:ext>
            </a:extLst>
          </p:cNvPr>
          <p:cNvSpPr/>
          <p:nvPr/>
        </p:nvSpPr>
        <p:spPr>
          <a:xfrm>
            <a:off x="498201" y="4800023"/>
            <a:ext cx="158652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en-US" altLang="zh-CN"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LLM</a:t>
            </a: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修正</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cxnSp>
        <p:nvCxnSpPr>
          <p:cNvPr id="23" name="直接箭头连接符 22">
            <a:extLst>
              <a:ext uri="{FF2B5EF4-FFF2-40B4-BE49-F238E27FC236}">
                <a16:creationId xmlns:a16="http://schemas.microsoft.com/office/drawing/2014/main" id="{C364EE09-69FB-CD74-AFB7-E01328756043}"/>
              </a:ext>
            </a:extLst>
          </p:cNvPr>
          <p:cNvCxnSpPr>
            <a:stCxn id="2" idx="2"/>
            <a:endCxn id="8" idx="0"/>
          </p:cNvCxnSpPr>
          <p:nvPr/>
        </p:nvCxnSpPr>
        <p:spPr>
          <a:xfrm>
            <a:off x="3364507" y="1695938"/>
            <a:ext cx="0" cy="3374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E66E7463-D21B-6A02-FB9E-A960E01DB297}"/>
              </a:ext>
            </a:extLst>
          </p:cNvPr>
          <p:cNvCxnSpPr>
            <a:stCxn id="8" idx="2"/>
            <a:endCxn id="9" idx="0"/>
          </p:cNvCxnSpPr>
          <p:nvPr/>
        </p:nvCxnSpPr>
        <p:spPr>
          <a:xfrm>
            <a:off x="3364507" y="2618153"/>
            <a:ext cx="0" cy="3374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EB6A368C-AB60-B619-3506-8B770DEE8D37}"/>
              </a:ext>
            </a:extLst>
          </p:cNvPr>
          <p:cNvCxnSpPr>
            <a:cxnSpLocks/>
            <a:stCxn id="9" idx="2"/>
            <a:endCxn id="10" idx="0"/>
          </p:cNvCxnSpPr>
          <p:nvPr/>
        </p:nvCxnSpPr>
        <p:spPr>
          <a:xfrm>
            <a:off x="3364507" y="3540368"/>
            <a:ext cx="0" cy="3374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4" name="文本框 33">
            <a:extLst>
              <a:ext uri="{FF2B5EF4-FFF2-40B4-BE49-F238E27FC236}">
                <a16:creationId xmlns:a16="http://schemas.microsoft.com/office/drawing/2014/main" id="{B975E406-3E8C-7198-26B8-1421B07E16A3}"/>
              </a:ext>
            </a:extLst>
          </p:cNvPr>
          <p:cNvSpPr txBox="1"/>
          <p:nvPr/>
        </p:nvSpPr>
        <p:spPr>
          <a:xfrm>
            <a:off x="4947124" y="3966138"/>
            <a:ext cx="3305907" cy="400110"/>
          </a:xfrm>
          <a:prstGeom prst="rect">
            <a:avLst/>
          </a:prstGeom>
          <a:noFill/>
          <a:ln w="12700">
            <a:solidFill>
              <a:srgbClr val="0070C0"/>
            </a:solidFill>
            <a:prstDash val="lgDash"/>
          </a:ln>
        </p:spPr>
        <p:txBody>
          <a:bodyPr wrap="square" rtlCol="0">
            <a:spAutoFit/>
          </a:bodyPr>
          <a:lstStyle/>
          <a:p>
            <a:pPr marL="0" marR="0" indent="0" algn="ctr" defTabSz="1219170" rtl="0" eaLnBrk="1" fontAlgn="base" latinLnBrk="0" hangingPunct="1">
              <a:lnSpc>
                <a:spcPct val="100000"/>
              </a:lnSpc>
              <a:spcBef>
                <a:spcPct val="0"/>
              </a:spcBef>
              <a:spcAft>
                <a:spcPct val="0"/>
              </a:spcAft>
              <a:buClrTx/>
              <a:buSzTx/>
              <a:buFontTx/>
              <a:buNone/>
              <a:tabLst/>
            </a:pPr>
            <a:r>
              <a:rPr lang="zh-CN" altLang="en-US" sz="2000">
                <a:solidFill>
                  <a:schemeClr val="tx1"/>
                </a:solidFill>
                <a:latin typeface="微软雅黑" panose="020B0503020204020204" pitchFamily="34" charset="-122"/>
                <a:ea typeface="微软雅黑" panose="020B0503020204020204" pitchFamily="34" charset="-122"/>
              </a:rPr>
              <a:t>预测一条基础未来轨迹</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7C518097-7E17-62CF-E302-869D1777313B}"/>
              </a:ext>
            </a:extLst>
          </p:cNvPr>
          <p:cNvSpPr txBox="1"/>
          <p:nvPr/>
        </p:nvSpPr>
        <p:spPr>
          <a:xfrm>
            <a:off x="4947125" y="1197066"/>
            <a:ext cx="5856090" cy="400110"/>
          </a:xfrm>
          <a:prstGeom prst="rect">
            <a:avLst/>
          </a:prstGeom>
          <a:noFill/>
          <a:ln w="19050">
            <a:solidFill>
              <a:srgbClr val="0070C0"/>
            </a:solidFill>
            <a:prstDash val="dash"/>
          </a:ln>
        </p:spPr>
        <p:txBody>
          <a:bodyPr wrap="none" rtlCol="0">
            <a:spAutoFit/>
          </a:bodyPr>
          <a:lstStyle/>
          <a:p>
            <a:r>
              <a:rPr lang="en-US" altLang="zh-CN" sz="2000"/>
              <a:t>20</a:t>
            </a:r>
            <a:r>
              <a:rPr lang="zh-CN" altLang="en-US" sz="2000"/>
              <a:t>帧位置和速度，输入包含时间、目标和运动特征</a:t>
            </a:r>
          </a:p>
        </p:txBody>
      </p:sp>
      <p:sp>
        <p:nvSpPr>
          <p:cNvPr id="4" name="文本框 3">
            <a:extLst>
              <a:ext uri="{FF2B5EF4-FFF2-40B4-BE49-F238E27FC236}">
                <a16:creationId xmlns:a16="http://schemas.microsoft.com/office/drawing/2014/main" id="{BF6CB4B1-07CA-9E60-5D3E-85DA5B861F4E}"/>
              </a:ext>
            </a:extLst>
          </p:cNvPr>
          <p:cNvSpPr txBox="1"/>
          <p:nvPr/>
        </p:nvSpPr>
        <p:spPr>
          <a:xfrm>
            <a:off x="4947125" y="1971822"/>
            <a:ext cx="6877539" cy="707886"/>
          </a:xfrm>
          <a:prstGeom prst="rect">
            <a:avLst/>
          </a:prstGeom>
          <a:noFill/>
          <a:ln w="19050">
            <a:solidFill>
              <a:srgbClr val="0070C0"/>
            </a:solidFill>
            <a:prstDash val="dash"/>
          </a:ln>
        </p:spPr>
        <p:txBody>
          <a:bodyPr wrap="square" rtlCol="0">
            <a:spAutoFit/>
          </a:bodyPr>
          <a:lstStyle/>
          <a:p>
            <a:r>
              <a:rPr lang="zh-CN" altLang="en-US" sz="2000"/>
              <a:t>每个目标是一个节点；相邻目标之间建立边；边特征包含相对位置、相对速度、距离等物理信息</a:t>
            </a:r>
          </a:p>
        </p:txBody>
      </p:sp>
      <p:sp>
        <p:nvSpPr>
          <p:cNvPr id="11" name="文本框 10">
            <a:extLst>
              <a:ext uri="{FF2B5EF4-FFF2-40B4-BE49-F238E27FC236}">
                <a16:creationId xmlns:a16="http://schemas.microsoft.com/office/drawing/2014/main" id="{05189DF3-BFC6-95BD-71EC-7BBC0901D734}"/>
              </a:ext>
            </a:extLst>
          </p:cNvPr>
          <p:cNvSpPr txBox="1"/>
          <p:nvPr/>
        </p:nvSpPr>
        <p:spPr>
          <a:xfrm>
            <a:off x="4947124" y="3068031"/>
            <a:ext cx="6877539" cy="400110"/>
          </a:xfrm>
          <a:prstGeom prst="rect">
            <a:avLst/>
          </a:prstGeom>
          <a:noFill/>
          <a:ln w="19050">
            <a:solidFill>
              <a:srgbClr val="0070C0"/>
            </a:solidFill>
            <a:prstDash val="dash"/>
          </a:ln>
        </p:spPr>
        <p:txBody>
          <a:bodyPr wrap="square" rtlCol="0">
            <a:spAutoFit/>
          </a:bodyPr>
          <a:lstStyle/>
          <a:p>
            <a:r>
              <a:rPr lang="zh-CN" altLang="en-US" sz="2000"/>
              <a:t>第一层是普通经典</a:t>
            </a:r>
            <a:r>
              <a:rPr lang="en-US" altLang="zh-CN" sz="2000"/>
              <a:t>GNN</a:t>
            </a:r>
            <a:r>
              <a:rPr lang="zh-CN" altLang="en-US" sz="2000"/>
              <a:t>，第二层使用</a:t>
            </a:r>
            <a:r>
              <a:rPr lang="en-US" altLang="zh-CN" sz="2000"/>
              <a:t>QGNN</a:t>
            </a:r>
            <a:endParaRPr lang="zh-CN" altLang="en-US" sz="2000"/>
          </a:p>
        </p:txBody>
      </p:sp>
      <p:sp>
        <p:nvSpPr>
          <p:cNvPr id="22" name="矩形 21">
            <a:extLst>
              <a:ext uri="{FF2B5EF4-FFF2-40B4-BE49-F238E27FC236}">
                <a16:creationId xmlns:a16="http://schemas.microsoft.com/office/drawing/2014/main" id="{D12A3172-4DFD-3B79-BAEC-D4D53D3BB696}"/>
              </a:ext>
            </a:extLst>
          </p:cNvPr>
          <p:cNvSpPr/>
          <p:nvPr/>
        </p:nvSpPr>
        <p:spPr>
          <a:xfrm>
            <a:off x="2360230" y="5692287"/>
            <a:ext cx="200855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最终输出</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A7B28B78-AAF3-7997-32FA-B8A46AAF5145}"/>
              </a:ext>
            </a:extLst>
          </p:cNvPr>
          <p:cNvSpPr txBox="1"/>
          <p:nvPr/>
        </p:nvSpPr>
        <p:spPr>
          <a:xfrm>
            <a:off x="4947124" y="5784619"/>
            <a:ext cx="5244132" cy="400110"/>
          </a:xfrm>
          <a:prstGeom prst="rect">
            <a:avLst/>
          </a:prstGeom>
          <a:noFill/>
          <a:ln w="12700">
            <a:solidFill>
              <a:srgbClr val="0070C0"/>
            </a:solidFill>
            <a:prstDash val="lgDash"/>
          </a:ln>
        </p:spPr>
        <p:txBody>
          <a:bodyPr wrap="square" rtlCol="0">
            <a:spAutoFit/>
          </a:bodyPr>
          <a:lstStyle/>
          <a:p>
            <a:pPr marL="0" marR="0" indent="0" algn="ctr" defTabSz="1219170" rtl="0" eaLnBrk="1" fontAlgn="base" latinLnBrk="0" hangingPunct="1">
              <a:lnSpc>
                <a:spcPct val="100000"/>
              </a:lnSpc>
              <a:spcBef>
                <a:spcPct val="0"/>
              </a:spcBef>
              <a:spcAft>
                <a:spcPct val="0"/>
              </a:spcAft>
              <a:buClrTx/>
              <a:buSzTx/>
              <a:buFontTx/>
              <a:buNone/>
              <a:tabLst/>
            </a:pPr>
            <a:r>
              <a:rPr lang="zh-CN" altLang="en-US" sz="2000"/>
              <a:t>最终轨迹 </a:t>
            </a:r>
            <a:r>
              <a:rPr lang="en-US" altLang="zh-CN" sz="2000"/>
              <a:t>= </a:t>
            </a:r>
            <a:r>
              <a:rPr lang="zh-CN" altLang="en-US" sz="2000"/>
              <a:t>图网络基础预测＋</a:t>
            </a:r>
            <a:r>
              <a:rPr lang="en-US" altLang="zh-CN" sz="2000"/>
              <a:t>LLM</a:t>
            </a:r>
            <a:r>
              <a:rPr lang="zh-CN" altLang="en-US" sz="2000"/>
              <a:t>坐标修正</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cxnSp>
        <p:nvCxnSpPr>
          <p:cNvPr id="30" name="连接符: 肘形 29">
            <a:extLst>
              <a:ext uri="{FF2B5EF4-FFF2-40B4-BE49-F238E27FC236}">
                <a16:creationId xmlns:a16="http://schemas.microsoft.com/office/drawing/2014/main" id="{9D12B44B-D284-F513-C8D4-D11E0D17E6F6}"/>
              </a:ext>
            </a:extLst>
          </p:cNvPr>
          <p:cNvCxnSpPr>
            <a:cxnSpLocks/>
            <a:stCxn id="21" idx="2"/>
            <a:endCxn id="22" idx="1"/>
          </p:cNvCxnSpPr>
          <p:nvPr/>
        </p:nvCxnSpPr>
        <p:spPr>
          <a:xfrm rot="16200000" flipH="1">
            <a:off x="1525908" y="5150352"/>
            <a:ext cx="599877" cy="1068767"/>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35" name="文本框 34">
            <a:extLst>
              <a:ext uri="{FF2B5EF4-FFF2-40B4-BE49-F238E27FC236}">
                <a16:creationId xmlns:a16="http://schemas.microsoft.com/office/drawing/2014/main" id="{2143A6C7-4B2D-22E5-DB91-80B4C9EDDB6C}"/>
              </a:ext>
            </a:extLst>
          </p:cNvPr>
          <p:cNvSpPr txBox="1"/>
          <p:nvPr/>
        </p:nvSpPr>
        <p:spPr>
          <a:xfrm>
            <a:off x="2715830" y="4899642"/>
            <a:ext cx="7780226" cy="400110"/>
          </a:xfrm>
          <a:prstGeom prst="rect">
            <a:avLst/>
          </a:prstGeom>
          <a:noFill/>
          <a:ln w="12700">
            <a:solidFill>
              <a:srgbClr val="0070C0"/>
            </a:solidFill>
            <a:prstDash val="lgDash"/>
          </a:ln>
        </p:spPr>
        <p:txBody>
          <a:bodyPr wrap="square" rtlCol="0">
            <a:spAutoFit/>
          </a:bodyPr>
          <a:lstStyle/>
          <a:p>
            <a:pPr marL="0" marR="0" indent="0" algn="ctr" defTabSz="1219170" rtl="0" eaLnBrk="1" fontAlgn="base" latinLnBrk="0" hangingPunct="1">
              <a:lnSpc>
                <a:spcPct val="100000"/>
              </a:lnSpc>
              <a:spcBef>
                <a:spcPct val="0"/>
              </a:spcBef>
              <a:spcAft>
                <a:spcPct val="0"/>
              </a:spcAft>
              <a:buClrTx/>
              <a:buSzTx/>
              <a:buFontTx/>
              <a:buNone/>
              <a:tabLst/>
            </a:pPr>
            <a:r>
              <a:rPr lang="zh-CN" altLang="en-US" sz="2000"/>
              <a:t>节点特征与历史运动软嵌入送入 </a:t>
            </a:r>
            <a:r>
              <a:rPr lang="en-US" altLang="zh-CN" sz="2000"/>
              <a:t>LLM</a:t>
            </a:r>
            <a:r>
              <a:rPr lang="zh-CN" altLang="en-US" sz="2000"/>
              <a:t>，输出坐标修正量</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9B12B025-14B4-0E66-A1E0-B8C065BE3AF7}"/>
              </a:ext>
            </a:extLst>
          </p:cNvPr>
          <p:cNvSpPr/>
          <p:nvPr/>
        </p:nvSpPr>
        <p:spPr>
          <a:xfrm>
            <a:off x="134473" y="1947212"/>
            <a:ext cx="1586524"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运动</a:t>
            </a:r>
            <a:r>
              <a:rPr kumimoji="0" lang="en-US" altLang="zh-CN"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token</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cxnSp>
        <p:nvCxnSpPr>
          <p:cNvPr id="42" name="连接符: 肘形 41">
            <a:extLst>
              <a:ext uri="{FF2B5EF4-FFF2-40B4-BE49-F238E27FC236}">
                <a16:creationId xmlns:a16="http://schemas.microsoft.com/office/drawing/2014/main" id="{52A67670-AD7E-D82E-1568-B89E6C9C3F8E}"/>
              </a:ext>
            </a:extLst>
          </p:cNvPr>
          <p:cNvCxnSpPr>
            <a:cxnSpLocks/>
            <a:stCxn id="2" idx="1"/>
          </p:cNvCxnSpPr>
          <p:nvPr/>
        </p:nvCxnSpPr>
        <p:spPr>
          <a:xfrm rot="10800000" flipV="1">
            <a:off x="564006" y="1403551"/>
            <a:ext cx="1796224" cy="543660"/>
          </a:xfrm>
          <a:prstGeom prst="bentConnector3">
            <a:avLst>
              <a:gd name="adj1" fmla="val 99846"/>
            </a:avLst>
          </a:prstGeom>
          <a:ln w="12700">
            <a:tailEnd type="triangle"/>
          </a:ln>
        </p:spPr>
        <p:style>
          <a:lnRef idx="1">
            <a:schemeClr val="dk1"/>
          </a:lnRef>
          <a:fillRef idx="0">
            <a:schemeClr val="dk1"/>
          </a:fillRef>
          <a:effectRef idx="0">
            <a:schemeClr val="dk1"/>
          </a:effectRef>
          <a:fontRef idx="minor">
            <a:schemeClr val="tx1"/>
          </a:fontRef>
        </p:style>
      </p:cxnSp>
      <p:cxnSp>
        <p:nvCxnSpPr>
          <p:cNvPr id="44" name="连接符: 肘形 43">
            <a:extLst>
              <a:ext uri="{FF2B5EF4-FFF2-40B4-BE49-F238E27FC236}">
                <a16:creationId xmlns:a16="http://schemas.microsoft.com/office/drawing/2014/main" id="{16CA7DDC-5212-606B-8DA9-630D249850DC}"/>
              </a:ext>
            </a:extLst>
          </p:cNvPr>
          <p:cNvCxnSpPr>
            <a:cxnSpLocks/>
            <a:endCxn id="21" idx="0"/>
          </p:cNvCxnSpPr>
          <p:nvPr/>
        </p:nvCxnSpPr>
        <p:spPr>
          <a:xfrm rot="16200000" flipH="1">
            <a:off x="-206283" y="3302277"/>
            <a:ext cx="2268036" cy="727456"/>
          </a:xfrm>
          <a:prstGeom prst="bentConnector3">
            <a:avLst>
              <a:gd name="adj1" fmla="val 74121"/>
            </a:avLst>
          </a:prstGeom>
          <a:ln w="12700">
            <a:tailEnd type="triangle"/>
          </a:ln>
        </p:spPr>
        <p:style>
          <a:lnRef idx="1">
            <a:schemeClr val="dk1"/>
          </a:lnRef>
          <a:fillRef idx="0">
            <a:schemeClr val="dk1"/>
          </a:fillRef>
          <a:effectRef idx="0">
            <a:schemeClr val="dk1"/>
          </a:effectRef>
          <a:fontRef idx="minor">
            <a:schemeClr val="tx1"/>
          </a:fontRef>
        </p:style>
      </p:cxnSp>
      <p:sp>
        <p:nvSpPr>
          <p:cNvPr id="46" name="矩形 45">
            <a:extLst>
              <a:ext uri="{FF2B5EF4-FFF2-40B4-BE49-F238E27FC236}">
                <a16:creationId xmlns:a16="http://schemas.microsoft.com/office/drawing/2014/main" id="{520F2F7D-8A11-D4A3-AA7C-8C7A39061425}"/>
              </a:ext>
            </a:extLst>
          </p:cNvPr>
          <p:cNvSpPr/>
          <p:nvPr/>
        </p:nvSpPr>
        <p:spPr>
          <a:xfrm>
            <a:off x="801208" y="2955592"/>
            <a:ext cx="1221482" cy="5847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r>
              <a:rPr kumimoji="0" lang="zh-CN" altLang="en-US"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图</a:t>
            </a:r>
            <a:r>
              <a:rPr kumimoji="0" lang="en-US" altLang="zh-CN" sz="20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rPr>
              <a:t>token</a:t>
            </a:r>
            <a:endParaRPr kumimoji="0" lang="zh-CN" altLang="en-US" sz="20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cxnSp>
        <p:nvCxnSpPr>
          <p:cNvPr id="56" name="直接箭头连接符 55">
            <a:extLst>
              <a:ext uri="{FF2B5EF4-FFF2-40B4-BE49-F238E27FC236}">
                <a16:creationId xmlns:a16="http://schemas.microsoft.com/office/drawing/2014/main" id="{CB37A6AA-797D-15FE-F12B-B1CD6E38FA88}"/>
              </a:ext>
            </a:extLst>
          </p:cNvPr>
          <p:cNvCxnSpPr>
            <a:stCxn id="9" idx="1"/>
            <a:endCxn id="46" idx="3"/>
          </p:cNvCxnSpPr>
          <p:nvPr/>
        </p:nvCxnSpPr>
        <p:spPr>
          <a:xfrm flipH="1" flipV="1">
            <a:off x="2022690" y="3247980"/>
            <a:ext cx="33754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0" name="连接符: 肘形 59">
            <a:extLst>
              <a:ext uri="{FF2B5EF4-FFF2-40B4-BE49-F238E27FC236}">
                <a16:creationId xmlns:a16="http://schemas.microsoft.com/office/drawing/2014/main" id="{628849E5-0152-DE14-A777-295394ECD565}"/>
              </a:ext>
            </a:extLst>
          </p:cNvPr>
          <p:cNvCxnSpPr>
            <a:stCxn id="46" idx="2"/>
            <a:endCxn id="21" idx="0"/>
          </p:cNvCxnSpPr>
          <p:nvPr/>
        </p:nvCxnSpPr>
        <p:spPr>
          <a:xfrm rot="5400000">
            <a:off x="721878" y="4109952"/>
            <a:ext cx="1259656" cy="120486"/>
          </a:xfrm>
          <a:prstGeom prst="bentConnector3">
            <a:avLst>
              <a:gd name="adj1" fmla="val 53428"/>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77881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2376BFC-FE65-2FEC-82FA-9306A3BEEAD8}"/>
              </a:ext>
            </a:extLst>
          </p:cNvPr>
          <p:cNvSpPr txBox="1"/>
          <p:nvPr/>
        </p:nvSpPr>
        <p:spPr>
          <a:xfrm>
            <a:off x="397558" y="263951"/>
            <a:ext cx="2236510" cy="584775"/>
          </a:xfrm>
          <a:prstGeom prst="rect">
            <a:avLst/>
          </a:prstGeom>
          <a:noFill/>
        </p:spPr>
        <p:txBody>
          <a:bodyPr wrap="none" rtlCol="0">
            <a:spAutoFit/>
          </a:bodyPr>
          <a:lstStyle/>
          <a:p>
            <a:r>
              <a:rPr lang="en-US" altLang="zh-CN" sz="3200" b="1"/>
              <a:t>QGNN</a:t>
            </a:r>
            <a:r>
              <a:rPr lang="zh-CN" altLang="en-US" sz="3200" b="1"/>
              <a:t>设计</a:t>
            </a:r>
            <a:endParaRPr lang="zh-CN" altLang="en-US" sz="3200" b="1" dirty="0"/>
          </a:p>
        </p:txBody>
      </p:sp>
      <p:sp>
        <p:nvSpPr>
          <p:cNvPr id="4" name="文本框 3">
            <a:extLst>
              <a:ext uri="{FF2B5EF4-FFF2-40B4-BE49-F238E27FC236}">
                <a16:creationId xmlns:a16="http://schemas.microsoft.com/office/drawing/2014/main" id="{BCB645FA-1C20-FED8-9833-4677646E9A5F}"/>
              </a:ext>
            </a:extLst>
          </p:cNvPr>
          <p:cNvSpPr txBox="1"/>
          <p:nvPr/>
        </p:nvSpPr>
        <p:spPr>
          <a:xfrm>
            <a:off x="425938" y="1108271"/>
            <a:ext cx="11340123" cy="868892"/>
          </a:xfrm>
          <a:prstGeom prst="rect">
            <a:avLst/>
          </a:prstGeom>
          <a:noFill/>
        </p:spPr>
        <p:txBody>
          <a:bodyPr wrap="square" rtlCol="0">
            <a:spAutoFit/>
          </a:bodyPr>
          <a:lstStyle/>
          <a:p>
            <a:pPr algn="just">
              <a:lnSpc>
                <a:spcPts val="3200"/>
              </a:lnSpc>
            </a:pPr>
            <a:r>
              <a:rPr lang="zh-CN" altLang="en-US" sz="2000" b="1"/>
              <a:t>输入编码</a:t>
            </a:r>
            <a:r>
              <a:rPr lang="zh-CN" altLang="en-US" sz="2000"/>
              <a:t>：对目标 </a:t>
            </a:r>
            <a:r>
              <a:rPr lang="en-US" altLang="zh-CN" sz="2000"/>
              <a:t>i </a:t>
            </a:r>
            <a:r>
              <a:rPr lang="zh-CN" altLang="en-US" sz="2000"/>
              <a:t>和邻居目标 </a:t>
            </a:r>
            <a:r>
              <a:rPr lang="en-US" altLang="zh-CN" sz="2000"/>
              <a:t>j</a:t>
            </a:r>
            <a:r>
              <a:rPr lang="zh-CN" altLang="en-US" sz="2000"/>
              <a:t>，接收节点特征为</a:t>
            </a:r>
            <a:r>
              <a:rPr lang="en-US" altLang="zh-CN" sz="2000"/>
              <a:t>128</a:t>
            </a:r>
            <a:r>
              <a:rPr lang="zh-CN" altLang="en-US" sz="2000"/>
              <a:t>维，发送节点特征为</a:t>
            </a:r>
            <a:r>
              <a:rPr lang="en-US" altLang="zh-CN" sz="2000"/>
              <a:t>128</a:t>
            </a:r>
            <a:r>
              <a:rPr lang="zh-CN" altLang="en-US" sz="2000"/>
              <a:t>维，物理边特征为</a:t>
            </a:r>
            <a:r>
              <a:rPr lang="en-US" altLang="zh-CN" sz="2000"/>
              <a:t>7</a:t>
            </a:r>
            <a:r>
              <a:rPr lang="zh-CN" altLang="en-US" sz="2000"/>
              <a:t>维，拼接后共</a:t>
            </a:r>
            <a:r>
              <a:rPr lang="en-US" altLang="zh-CN" sz="2000"/>
              <a:t>263</a:t>
            </a:r>
            <a:r>
              <a:rPr lang="zh-CN" altLang="en-US" sz="2000"/>
              <a:t>维。</a:t>
            </a:r>
            <a:endParaRPr lang="zh-CN" altLang="en-US" sz="2000" dirty="0"/>
          </a:p>
        </p:txBody>
      </p:sp>
      <p:pic>
        <p:nvPicPr>
          <p:cNvPr id="2" name="图片 1">
            <a:extLst>
              <a:ext uri="{FF2B5EF4-FFF2-40B4-BE49-F238E27FC236}">
                <a16:creationId xmlns:a16="http://schemas.microsoft.com/office/drawing/2014/main" id="{3B587C46-5C82-F026-8729-4634239C57FC}"/>
              </a:ext>
            </a:extLst>
          </p:cNvPr>
          <p:cNvPicPr>
            <a:picLocks noChangeAspect="1"/>
          </p:cNvPicPr>
          <p:nvPr/>
        </p:nvPicPr>
        <p:blipFill>
          <a:blip r:embed="rId4"/>
          <a:stretch>
            <a:fillRect/>
          </a:stretch>
        </p:blipFill>
        <p:spPr>
          <a:xfrm>
            <a:off x="1593967" y="2136564"/>
            <a:ext cx="4685714" cy="533333"/>
          </a:xfrm>
          <a:prstGeom prst="rect">
            <a:avLst/>
          </a:prstGeom>
        </p:spPr>
      </p:pic>
      <p:sp>
        <p:nvSpPr>
          <p:cNvPr id="8" name="箭头: 右 7">
            <a:extLst>
              <a:ext uri="{FF2B5EF4-FFF2-40B4-BE49-F238E27FC236}">
                <a16:creationId xmlns:a16="http://schemas.microsoft.com/office/drawing/2014/main" id="{82D5B36A-5ED4-0507-D9D4-7965AFBAF51E}"/>
              </a:ext>
            </a:extLst>
          </p:cNvPr>
          <p:cNvSpPr/>
          <p:nvPr/>
        </p:nvSpPr>
        <p:spPr>
          <a:xfrm>
            <a:off x="695569" y="2289908"/>
            <a:ext cx="601785" cy="257907"/>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C1518F0F-C995-C54B-7408-03106BB89B71}"/>
              </a:ext>
            </a:extLst>
          </p:cNvPr>
          <p:cNvSpPr/>
          <p:nvPr/>
        </p:nvSpPr>
        <p:spPr>
          <a:xfrm>
            <a:off x="6713425" y="2289908"/>
            <a:ext cx="601785" cy="257907"/>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1219170" rtl="0" eaLnBrk="1" fontAlgn="base" latinLnBrk="0" hangingPunct="1">
              <a:lnSpc>
                <a:spcPct val="100000"/>
              </a:lnSpc>
              <a:spcBef>
                <a:spcPct val="0"/>
              </a:spcBef>
              <a:spcAft>
                <a:spcPct val="0"/>
              </a:spcAft>
              <a:buClrTx/>
              <a:buSzTx/>
              <a:buFontTx/>
              <a:buNone/>
              <a:tabLst/>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C1674824-928E-69CF-8A3D-D10E6E5D4BC4}"/>
              </a:ext>
            </a:extLst>
          </p:cNvPr>
          <p:cNvSpPr txBox="1"/>
          <p:nvPr/>
        </p:nvSpPr>
        <p:spPr>
          <a:xfrm>
            <a:off x="7580923" y="2203175"/>
            <a:ext cx="2540000" cy="400110"/>
          </a:xfrm>
          <a:prstGeom prst="rect">
            <a:avLst/>
          </a:prstGeom>
          <a:noFill/>
        </p:spPr>
        <p:txBody>
          <a:bodyPr wrap="square">
            <a:spAutoFit/>
          </a:bodyPr>
          <a:lstStyle/>
          <a:p>
            <a:r>
              <a:rPr lang="zh-CN" altLang="en-US" sz="2000"/>
              <a:t>得到</a:t>
            </a:r>
            <a:r>
              <a:rPr lang="en-US" altLang="zh-CN" sz="2000"/>
              <a:t>6</a:t>
            </a:r>
            <a:r>
              <a:rPr lang="zh-CN" altLang="en-US" sz="2000"/>
              <a:t>个量子旋转角</a:t>
            </a:r>
          </a:p>
        </p:txBody>
      </p:sp>
      <p:pic>
        <p:nvPicPr>
          <p:cNvPr id="15" name="图片 14">
            <a:extLst>
              <a:ext uri="{FF2B5EF4-FFF2-40B4-BE49-F238E27FC236}">
                <a16:creationId xmlns:a16="http://schemas.microsoft.com/office/drawing/2014/main" id="{024EA2B3-4316-89F3-07E8-165FAA9DF0D3}"/>
              </a:ext>
            </a:extLst>
          </p:cNvPr>
          <p:cNvPicPr>
            <a:picLocks noChangeAspect="1"/>
          </p:cNvPicPr>
          <p:nvPr/>
        </p:nvPicPr>
        <p:blipFill>
          <a:blip r:embed="rId5"/>
          <a:stretch>
            <a:fillRect/>
          </a:stretch>
        </p:blipFill>
        <p:spPr>
          <a:xfrm>
            <a:off x="10092484" y="2236708"/>
            <a:ext cx="1673577" cy="363821"/>
          </a:xfrm>
          <a:prstGeom prst="rect">
            <a:avLst/>
          </a:prstGeom>
        </p:spPr>
      </p:pic>
      <p:sp>
        <p:nvSpPr>
          <p:cNvPr id="17" name="文本框 16">
            <a:extLst>
              <a:ext uri="{FF2B5EF4-FFF2-40B4-BE49-F238E27FC236}">
                <a16:creationId xmlns:a16="http://schemas.microsoft.com/office/drawing/2014/main" id="{18648582-85AD-29DF-84A3-7344E747A4A7}"/>
              </a:ext>
            </a:extLst>
          </p:cNvPr>
          <p:cNvSpPr txBox="1"/>
          <p:nvPr/>
        </p:nvSpPr>
        <p:spPr>
          <a:xfrm>
            <a:off x="425938" y="2929442"/>
            <a:ext cx="11340123" cy="460639"/>
          </a:xfrm>
          <a:prstGeom prst="rect">
            <a:avLst/>
          </a:prstGeom>
          <a:noFill/>
        </p:spPr>
        <p:txBody>
          <a:bodyPr wrap="square" rtlCol="0">
            <a:spAutoFit/>
          </a:bodyPr>
          <a:lstStyle/>
          <a:p>
            <a:pPr algn="just">
              <a:lnSpc>
                <a:spcPts val="3200"/>
              </a:lnSpc>
            </a:pPr>
            <a:r>
              <a:rPr lang="zh-CN" altLang="en-US" sz="2000" b="1"/>
              <a:t>参数化量子电路</a:t>
            </a:r>
            <a:r>
              <a:rPr lang="zh-CN" altLang="en-US" sz="2000"/>
              <a:t>：使用</a:t>
            </a:r>
            <a:r>
              <a:rPr lang="en-US" altLang="zh-CN" sz="2000"/>
              <a:t>6</a:t>
            </a:r>
            <a:r>
              <a:rPr lang="zh-CN" altLang="en-US" sz="2000"/>
              <a:t>个量子比特，电路重复</a:t>
            </a:r>
            <a:r>
              <a:rPr lang="en-US" altLang="zh-CN" sz="2000"/>
              <a:t>3</a:t>
            </a:r>
            <a:r>
              <a:rPr lang="zh-CN" altLang="en-US" sz="2000"/>
              <a:t>层，每层包括：</a:t>
            </a:r>
            <a:r>
              <a:rPr lang="en-US" altLang="zh-CN" sz="2000"/>
              <a:t> RY(</a:t>
            </a:r>
            <a:r>
              <a:rPr lang="el-GR" altLang="zh-CN" sz="2000"/>
              <a:t>θ)</a:t>
            </a:r>
            <a:r>
              <a:rPr lang="zh-CN" altLang="en-US" sz="2000"/>
              <a:t>、</a:t>
            </a:r>
            <a:r>
              <a:rPr lang="en-US" altLang="zh-CN" sz="2000"/>
              <a:t> RZ–RY–RZ</a:t>
            </a:r>
            <a:r>
              <a:rPr lang="zh-CN" altLang="en-US" sz="2000"/>
              <a:t>、环形</a:t>
            </a:r>
            <a:r>
              <a:rPr lang="en-US" altLang="zh-CN" sz="2000"/>
              <a:t>CNOT</a:t>
            </a:r>
            <a:endParaRPr lang="zh-CN" altLang="en-US" sz="20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08F3280-A2A6-F099-C747-D381671FA66E}"/>
                  </a:ext>
                </a:extLst>
              </p:cNvPr>
              <p:cNvSpPr txBox="1"/>
              <p:nvPr/>
            </p:nvSpPr>
            <p:spPr>
              <a:xfrm>
                <a:off x="425937" y="4031412"/>
                <a:ext cx="11340123" cy="460639"/>
              </a:xfrm>
              <a:prstGeom prst="rect">
                <a:avLst/>
              </a:prstGeom>
              <a:noFill/>
            </p:spPr>
            <p:txBody>
              <a:bodyPr wrap="square" rtlCol="0">
                <a:spAutoFit/>
              </a:bodyPr>
              <a:lstStyle/>
              <a:p>
                <a:pPr algn="just">
                  <a:lnSpc>
                    <a:spcPts val="3200"/>
                  </a:lnSpc>
                </a:pPr>
                <a:r>
                  <a:rPr lang="zh-CN" altLang="en-US" sz="2000" b="1"/>
                  <a:t>测量和图消息</a:t>
                </a:r>
                <a:r>
                  <a:rPr lang="zh-CN" altLang="en-US" sz="2000"/>
                  <a:t>：</a:t>
                </a:r>
                <a:r>
                  <a:rPr lang="en-US" altLang="zh-CN" sz="2000"/>
                  <a:t>6</a:t>
                </a:r>
                <a:r>
                  <a:rPr lang="zh-CN" altLang="en-US" sz="2000"/>
                  <a:t>个单比特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𝑍</m:t>
                        </m:r>
                      </m:e>
                      <m:sub>
                        <m:r>
                          <a:rPr lang="en-US" altLang="zh-CN" sz="2000" b="0" i="1" smtClean="0">
                            <a:latin typeface="Cambria Math" panose="02040503050406030204" pitchFamily="18" charset="0"/>
                          </a:rPr>
                          <m:t>𝑖</m:t>
                        </m:r>
                      </m:sub>
                    </m:sSub>
                  </m:oMath>
                </a14:m>
                <a:r>
                  <a:rPr lang="zh-CN" altLang="en-US" sz="2000"/>
                  <a:t> 期望值，</a:t>
                </a:r>
                <a:r>
                  <a:rPr lang="en-US" altLang="zh-CN" sz="2000"/>
                  <a:t>6</a:t>
                </a:r>
                <a:r>
                  <a:rPr lang="zh-CN" altLang="en-US" sz="2000"/>
                  <a:t>个相邻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𝑍</m:t>
                        </m:r>
                      </m:e>
                      <m:sub>
                        <m:r>
                          <a:rPr lang="en-US" altLang="zh-CN" sz="2000" i="1">
                            <a:latin typeface="Cambria Math" panose="02040503050406030204" pitchFamily="18" charset="0"/>
                          </a:rPr>
                          <m:t>𝑖</m:t>
                        </m:r>
                      </m:sub>
                    </m:sSub>
                  </m:oMath>
                </a14:m>
                <a:r>
                  <a:rPr lang="en-US" altLang="zh-CN" sz="200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𝑍</m:t>
                        </m:r>
                      </m:e>
                      <m:sub>
                        <m:r>
                          <a:rPr lang="en-US" altLang="zh-CN" sz="2000" i="1">
                            <a:latin typeface="Cambria Math" panose="02040503050406030204" pitchFamily="18" charset="0"/>
                          </a:rPr>
                          <m:t>𝑖</m:t>
                        </m:r>
                        <m:r>
                          <a:rPr lang="en-US" altLang="zh-CN" sz="2000" b="0" i="1" smtClean="0">
                            <a:latin typeface="Cambria Math" panose="02040503050406030204" pitchFamily="18" charset="0"/>
                          </a:rPr>
                          <m:t>+1</m:t>
                        </m:r>
                      </m:sub>
                    </m:sSub>
                  </m:oMath>
                </a14:m>
                <a:r>
                  <a:rPr lang="zh-CN" altLang="en-US" sz="2000" dirty="0"/>
                  <a:t> </a:t>
                </a:r>
                <a:r>
                  <a:rPr lang="zh-CN" altLang="en-US" sz="2000"/>
                  <a:t>期望值，之后由两个经典线性读出产生。</a:t>
                </a:r>
                <a:endParaRPr lang="zh-CN" altLang="en-US" sz="2000" dirty="0"/>
              </a:p>
            </p:txBody>
          </p:sp>
        </mc:Choice>
        <mc:Fallback xmlns="">
          <p:sp>
            <p:nvSpPr>
              <p:cNvPr id="21" name="文本框 20">
                <a:extLst>
                  <a:ext uri="{FF2B5EF4-FFF2-40B4-BE49-F238E27FC236}">
                    <a16:creationId xmlns:a16="http://schemas.microsoft.com/office/drawing/2014/main" id="{E08F3280-A2A6-F099-C747-D381671FA66E}"/>
                  </a:ext>
                </a:extLst>
              </p:cNvPr>
              <p:cNvSpPr txBox="1">
                <a:spLocks noRot="1" noChangeAspect="1" noMove="1" noResize="1" noEditPoints="1" noAdjustHandles="1" noChangeArrowheads="1" noChangeShapeType="1" noTextEdit="1"/>
              </p:cNvSpPr>
              <p:nvPr/>
            </p:nvSpPr>
            <p:spPr>
              <a:xfrm>
                <a:off x="425937" y="4031412"/>
                <a:ext cx="11340123" cy="460639"/>
              </a:xfrm>
              <a:prstGeom prst="rect">
                <a:avLst/>
              </a:prstGeom>
              <a:blipFill>
                <a:blip r:embed="rId6"/>
                <a:stretch>
                  <a:fillRect l="-591" b="-22368"/>
                </a:stretch>
              </a:blipFill>
            </p:spPr>
            <p:txBody>
              <a:bodyPr/>
              <a:lstStyle/>
              <a:p>
                <a:r>
                  <a:rPr lang="zh-CN" altLang="en-US">
                    <a:noFill/>
                  </a:rPr>
                  <a:t> </a:t>
                </a:r>
              </a:p>
            </p:txBody>
          </p:sp>
        </mc:Fallback>
      </mc:AlternateContent>
      <p:pic>
        <p:nvPicPr>
          <p:cNvPr id="22" name="图片 21">
            <a:extLst>
              <a:ext uri="{FF2B5EF4-FFF2-40B4-BE49-F238E27FC236}">
                <a16:creationId xmlns:a16="http://schemas.microsoft.com/office/drawing/2014/main" id="{E772D4B6-5DEE-7698-8E7C-5A445B97A666}"/>
              </a:ext>
            </a:extLst>
          </p:cNvPr>
          <p:cNvPicPr>
            <a:picLocks noChangeAspect="1"/>
          </p:cNvPicPr>
          <p:nvPr/>
        </p:nvPicPr>
        <p:blipFill>
          <a:blip r:embed="rId7"/>
          <a:stretch>
            <a:fillRect/>
          </a:stretch>
        </p:blipFill>
        <p:spPr>
          <a:xfrm>
            <a:off x="1871783" y="4876768"/>
            <a:ext cx="2552381" cy="666667"/>
          </a:xfrm>
          <a:prstGeom prst="rect">
            <a:avLst/>
          </a:prstGeom>
        </p:spPr>
      </p:pic>
      <p:pic>
        <p:nvPicPr>
          <p:cNvPr id="23" name="图片 22">
            <a:extLst>
              <a:ext uri="{FF2B5EF4-FFF2-40B4-BE49-F238E27FC236}">
                <a16:creationId xmlns:a16="http://schemas.microsoft.com/office/drawing/2014/main" id="{1EB3DF86-4504-3892-36D8-495BCFB5CAD6}"/>
              </a:ext>
            </a:extLst>
          </p:cNvPr>
          <p:cNvPicPr>
            <a:picLocks noChangeAspect="1"/>
          </p:cNvPicPr>
          <p:nvPr/>
        </p:nvPicPr>
        <p:blipFill>
          <a:blip r:embed="rId8"/>
          <a:stretch>
            <a:fillRect/>
          </a:stretch>
        </p:blipFill>
        <p:spPr>
          <a:xfrm>
            <a:off x="4424164" y="4876768"/>
            <a:ext cx="5609627" cy="1336463"/>
          </a:xfrm>
          <a:prstGeom prst="rect">
            <a:avLst/>
          </a:prstGeom>
        </p:spPr>
      </p:pic>
    </p:spTree>
    <p:extLst>
      <p:ext uri="{BB962C8B-B14F-4D97-AF65-F5344CB8AC3E}">
        <p14:creationId xmlns:p14="http://schemas.microsoft.com/office/powerpoint/2010/main" val="2210369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2376BFC-FE65-2FEC-82FA-9306A3BEEAD8}"/>
              </a:ext>
            </a:extLst>
          </p:cNvPr>
          <p:cNvSpPr txBox="1"/>
          <p:nvPr/>
        </p:nvSpPr>
        <p:spPr>
          <a:xfrm>
            <a:off x="397558" y="263951"/>
            <a:ext cx="1826141" cy="584775"/>
          </a:xfrm>
          <a:prstGeom prst="rect">
            <a:avLst/>
          </a:prstGeom>
          <a:noFill/>
        </p:spPr>
        <p:txBody>
          <a:bodyPr wrap="none" rtlCol="0">
            <a:spAutoFit/>
          </a:bodyPr>
          <a:lstStyle/>
          <a:p>
            <a:r>
              <a:rPr lang="zh-CN" altLang="en-US" sz="3200" b="1"/>
              <a:t>初步结果</a:t>
            </a:r>
            <a:endParaRPr lang="zh-CN" altLang="en-US" sz="3200" b="1" dirty="0"/>
          </a:p>
        </p:txBody>
      </p:sp>
      <p:pic>
        <p:nvPicPr>
          <p:cNvPr id="2" name="图片 1">
            <a:extLst>
              <a:ext uri="{FF2B5EF4-FFF2-40B4-BE49-F238E27FC236}">
                <a16:creationId xmlns:a16="http://schemas.microsoft.com/office/drawing/2014/main" id="{247E9293-72E5-CC8A-2E99-004FF5735874}"/>
              </a:ext>
            </a:extLst>
          </p:cNvPr>
          <p:cNvPicPr>
            <a:picLocks noChangeAspect="1"/>
          </p:cNvPicPr>
          <p:nvPr/>
        </p:nvPicPr>
        <p:blipFill>
          <a:blip r:embed="rId4"/>
          <a:stretch>
            <a:fillRect/>
          </a:stretch>
        </p:blipFill>
        <p:spPr>
          <a:xfrm>
            <a:off x="476740" y="4633475"/>
            <a:ext cx="4994031" cy="2044189"/>
          </a:xfrm>
          <a:prstGeom prst="rect">
            <a:avLst/>
          </a:prstGeom>
          <a:ln>
            <a:solidFill>
              <a:schemeClr val="tx1"/>
            </a:solidFill>
          </a:ln>
        </p:spPr>
      </p:pic>
      <p:pic>
        <p:nvPicPr>
          <p:cNvPr id="3" name="图片 2">
            <a:extLst>
              <a:ext uri="{FF2B5EF4-FFF2-40B4-BE49-F238E27FC236}">
                <a16:creationId xmlns:a16="http://schemas.microsoft.com/office/drawing/2014/main" id="{C8C489AB-1F79-F1B3-B7EA-2C5981308D28}"/>
              </a:ext>
            </a:extLst>
          </p:cNvPr>
          <p:cNvPicPr>
            <a:picLocks noChangeAspect="1"/>
          </p:cNvPicPr>
          <p:nvPr/>
        </p:nvPicPr>
        <p:blipFill>
          <a:blip r:embed="rId5"/>
          <a:stretch>
            <a:fillRect/>
          </a:stretch>
        </p:blipFill>
        <p:spPr>
          <a:xfrm>
            <a:off x="238534" y="1017399"/>
            <a:ext cx="11714931" cy="3447403"/>
          </a:xfrm>
          <a:prstGeom prst="rect">
            <a:avLst/>
          </a:prstGeom>
        </p:spPr>
      </p:pic>
    </p:spTree>
    <p:extLst>
      <p:ext uri="{BB962C8B-B14F-4D97-AF65-F5344CB8AC3E}">
        <p14:creationId xmlns:p14="http://schemas.microsoft.com/office/powerpoint/2010/main" val="504552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F48EA96-D144-4C77-BFC2-D7B812B8B758}"/>
              </a:ext>
            </a:extLst>
          </p:cNvPr>
          <p:cNvSpPr txBox="1"/>
          <p:nvPr/>
        </p:nvSpPr>
        <p:spPr>
          <a:xfrm>
            <a:off x="2597360" y="1727563"/>
            <a:ext cx="6997276" cy="975588"/>
          </a:xfrm>
          <a:prstGeom prst="rect">
            <a:avLst/>
          </a:prstGeom>
          <a:noFill/>
          <a:effectLst/>
        </p:spPr>
        <p:txBody>
          <a:bodyPr wrap="square" lIns="0" tIns="0" rIns="0" bIns="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lang="zh-CN" altLang="en-US" sz="5400" b="1">
                <a:solidFill>
                  <a:schemeClr val="accent2"/>
                </a:solidFill>
                <a:cs typeface="+mn-ea"/>
                <a:sym typeface="+mn-lt"/>
              </a:rPr>
              <a:t>谢谢大家！</a:t>
            </a:r>
            <a:endParaRPr kumimoji="0" lang="zh-CN" altLang="en-US" sz="5400" b="1" i="0" u="none" strike="noStrike" kern="1200" cap="none" spc="0" normalizeH="0" baseline="0" noProof="0" dirty="0">
              <a:ln>
                <a:noFill/>
              </a:ln>
              <a:solidFill>
                <a:schemeClr val="accent2"/>
              </a:solidFill>
              <a:effectLst/>
              <a:uLnTx/>
              <a:uFillTx/>
              <a:cs typeface="+mn-ea"/>
              <a:sym typeface="+mn-lt"/>
            </a:endParaRPr>
          </a:p>
        </p:txBody>
      </p:sp>
      <p:grpSp>
        <p:nvGrpSpPr>
          <p:cNvPr id="4" name="组合 3">
            <a:extLst>
              <a:ext uri="{FF2B5EF4-FFF2-40B4-BE49-F238E27FC236}">
                <a16:creationId xmlns:a16="http://schemas.microsoft.com/office/drawing/2014/main" id="{EBF096E5-8C88-EDED-524E-5A9F2F4F21D4}"/>
              </a:ext>
            </a:extLst>
          </p:cNvPr>
          <p:cNvGrpSpPr/>
          <p:nvPr/>
        </p:nvGrpSpPr>
        <p:grpSpPr>
          <a:xfrm>
            <a:off x="4618671" y="3502603"/>
            <a:ext cx="2954655" cy="1384995"/>
            <a:chOff x="4618671" y="4293820"/>
            <a:chExt cx="2954655" cy="1384995"/>
          </a:xfrm>
        </p:grpSpPr>
        <p:sp>
          <p:nvSpPr>
            <p:cNvPr id="15" name="文本框 14">
              <a:extLst>
                <a:ext uri="{FF2B5EF4-FFF2-40B4-BE49-F238E27FC236}">
                  <a16:creationId xmlns:a16="http://schemas.microsoft.com/office/drawing/2014/main" id="{13DF274D-45A6-AA02-71AF-6B828CA4D3D0}"/>
                </a:ext>
              </a:extLst>
            </p:cNvPr>
            <p:cNvSpPr txBox="1"/>
            <p:nvPr/>
          </p:nvSpPr>
          <p:spPr>
            <a:xfrm>
              <a:off x="5080337" y="4293820"/>
              <a:ext cx="2031325" cy="461665"/>
            </a:xfrm>
            <a:prstGeom prst="rect">
              <a:avLst/>
            </a:prstGeom>
            <a:noFill/>
          </p:spPr>
          <p:txBody>
            <a:bodyPr wrap="none" rtlCol="0">
              <a:spAutoFit/>
            </a:bodyPr>
            <a:lstStyle/>
            <a:p>
              <a:r>
                <a:rPr lang="zh-CN" altLang="en-US" sz="2400" dirty="0"/>
                <a:t>汇报人：王宇</a:t>
              </a:r>
            </a:p>
          </p:txBody>
        </p:sp>
        <p:sp>
          <p:nvSpPr>
            <p:cNvPr id="16" name="文本框 15">
              <a:extLst>
                <a:ext uri="{FF2B5EF4-FFF2-40B4-BE49-F238E27FC236}">
                  <a16:creationId xmlns:a16="http://schemas.microsoft.com/office/drawing/2014/main" id="{146B0EFE-A594-98E8-12B2-9A4918E50DBB}"/>
                </a:ext>
              </a:extLst>
            </p:cNvPr>
            <p:cNvSpPr txBox="1"/>
            <p:nvPr/>
          </p:nvSpPr>
          <p:spPr>
            <a:xfrm>
              <a:off x="4618671" y="4755485"/>
              <a:ext cx="2954655" cy="461665"/>
            </a:xfrm>
            <a:prstGeom prst="rect">
              <a:avLst/>
            </a:prstGeom>
            <a:noFill/>
          </p:spPr>
          <p:txBody>
            <a:bodyPr wrap="none" rtlCol="0">
              <a:spAutoFit/>
            </a:bodyPr>
            <a:lstStyle/>
            <a:p>
              <a:r>
                <a:rPr lang="zh-CN" altLang="en-US" sz="2400" dirty="0"/>
                <a:t>指导老师：李飞教授</a:t>
              </a:r>
            </a:p>
          </p:txBody>
        </p:sp>
        <p:sp>
          <p:nvSpPr>
            <p:cNvPr id="2" name="文本框 1">
              <a:extLst>
                <a:ext uri="{FF2B5EF4-FFF2-40B4-BE49-F238E27FC236}">
                  <a16:creationId xmlns:a16="http://schemas.microsoft.com/office/drawing/2014/main" id="{A91ECE76-0A0C-CCF9-9BD6-A035DF200035}"/>
                </a:ext>
              </a:extLst>
            </p:cNvPr>
            <p:cNvSpPr txBox="1"/>
            <p:nvPr/>
          </p:nvSpPr>
          <p:spPr>
            <a:xfrm>
              <a:off x="4942681" y="5217150"/>
              <a:ext cx="2307042" cy="461665"/>
            </a:xfrm>
            <a:prstGeom prst="rect">
              <a:avLst/>
            </a:prstGeom>
            <a:noFill/>
          </p:spPr>
          <p:txBody>
            <a:bodyPr wrap="none" rtlCol="0">
              <a:spAutoFit/>
            </a:bodyPr>
            <a:lstStyle/>
            <a:p>
              <a:r>
                <a:rPr lang="zh-CN" altLang="en-US" sz="2400" dirty="0"/>
                <a:t>日期</a:t>
              </a:r>
              <a:r>
                <a:rPr lang="zh-CN" altLang="en-US" sz="2400"/>
                <a:t>：</a:t>
              </a:r>
              <a:r>
                <a:rPr lang="en-US" altLang="zh-CN" sz="2400"/>
                <a:t>2026.9.8</a:t>
              </a:r>
              <a:endParaRPr lang="zh-CN" altLang="en-US" sz="2400" dirty="0"/>
            </a:p>
          </p:txBody>
        </p:sp>
      </p:grpSp>
    </p:spTree>
    <p:extLst>
      <p:ext uri="{BB962C8B-B14F-4D97-AF65-F5344CB8AC3E}">
        <p14:creationId xmlns:p14="http://schemas.microsoft.com/office/powerpoint/2010/main" val="26900804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heme/theme1.xml><?xml version="1.0" encoding="utf-8"?>
<a:theme xmlns:a="http://schemas.openxmlformats.org/drawingml/2006/main" name="27_Office 主题​​">
  <a:themeElements>
    <a:clrScheme name="自定义 47">
      <a:dk1>
        <a:srgbClr val="000000"/>
      </a:dk1>
      <a:lt1>
        <a:srgbClr val="FFFFFF"/>
      </a:lt1>
      <a:dk2>
        <a:srgbClr val="44546A"/>
      </a:dk2>
      <a:lt2>
        <a:srgbClr val="E7E6E6"/>
      </a:lt2>
      <a:accent1>
        <a:srgbClr val="00B0F0"/>
      </a:accent1>
      <a:accent2>
        <a:srgbClr val="87D67B"/>
      </a:accent2>
      <a:accent3>
        <a:srgbClr val="EDF9EB"/>
      </a:accent3>
      <a:accent4>
        <a:srgbClr val="FFC000"/>
      </a:accent4>
      <a:accent5>
        <a:srgbClr val="5B9BD5"/>
      </a:accent5>
      <a:accent6>
        <a:srgbClr val="70AD47"/>
      </a:accent6>
      <a:hlink>
        <a:srgbClr val="0563C1"/>
      </a:hlink>
      <a:folHlink>
        <a:srgbClr val="954F72"/>
      </a:folHlink>
    </a:clrScheme>
    <a:fontScheme name="5j5bmnjb">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marL="0" marR="0" indent="0" algn="ctr" defTabSz="1219170" rtl="0" eaLnBrk="1" fontAlgn="base" latinLnBrk="0" hangingPunct="1">
          <a:lnSpc>
            <a:spcPct val="100000"/>
          </a:lnSpc>
          <a:spcBef>
            <a:spcPct val="0"/>
          </a:spcBef>
          <a:spcAft>
            <a:spcPct val="0"/>
          </a:spcAft>
          <a:buClrTx/>
          <a:buSzTx/>
          <a:buFontTx/>
          <a:buNone/>
          <a:tabLst/>
          <a:defRPr kumimoji="0"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tailEnd type="none"/>
        </a:ln>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0B0F0"/>
    </a:accent1>
    <a:accent2>
      <a:srgbClr val="87D67B"/>
    </a:accent2>
    <a:accent3>
      <a:srgbClr val="EDF9EB"/>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00B0F0"/>
    </a:accent1>
    <a:accent2>
      <a:srgbClr val="87D67B"/>
    </a:accent2>
    <a:accent3>
      <a:srgbClr val="EDF9EB"/>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00B0F0"/>
    </a:accent1>
    <a:accent2>
      <a:srgbClr val="87D67B"/>
    </a:accent2>
    <a:accent3>
      <a:srgbClr val="EDF9EB"/>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00B0F0"/>
    </a:accent1>
    <a:accent2>
      <a:srgbClr val="87D67B"/>
    </a:accent2>
    <a:accent3>
      <a:srgbClr val="EDF9EB"/>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19933</TotalTime>
  <Words>887</Words>
  <Application>Microsoft Office PowerPoint</Application>
  <PresentationFormat>宽屏</PresentationFormat>
  <Paragraphs>61</Paragraphs>
  <Slides>6</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vt:i4>
      </vt:variant>
    </vt:vector>
  </HeadingPairs>
  <TitlesOfParts>
    <vt:vector size="13" baseType="lpstr">
      <vt:lpstr>Microsoft YaHei Light</vt:lpstr>
      <vt:lpstr>Microsoft YaHei</vt:lpstr>
      <vt:lpstr>Microsoft YaHei</vt:lpstr>
      <vt:lpstr>等线</vt:lpstr>
      <vt:lpstr>Arial</vt:lpstr>
      <vt:lpstr>Cambria Math</vt:lpstr>
      <vt:lpstr>27_Office 主题​​</vt:lpstr>
      <vt:lpstr>PowerPoint 演示文稿</vt:lpstr>
      <vt:lpstr>PowerPoint 演示文稿</vt:lpstr>
      <vt:lpstr>PowerPoint 演示文稿</vt:lpstr>
      <vt:lpstr>PowerPoint 演示文稿</vt:lpstr>
      <vt:lpstr>PowerPoint 演示文稿</vt:lpstr>
      <vt:lpstr>PowerPoint 演示文稿</vt:lpstr>
    </vt:vector>
  </TitlesOfParts>
  <Manager>www.51pptmoban.com</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蓝绿撞色简约汇报通用ppt模板</dc:title>
  <dc:creator>溢恩溢</dc:creator>
  <cp:keywords>P界达人</cp:keywords>
  <dc:description>www.51pptmoban.com</dc:description>
  <cp:lastModifiedBy>斯栋 吴</cp:lastModifiedBy>
  <cp:revision>1938</cp:revision>
  <dcterms:created xsi:type="dcterms:W3CDTF">2021-11-24T08:00:58Z</dcterms:created>
  <dcterms:modified xsi:type="dcterms:W3CDTF">2026-09-14T02:48:24Z</dcterms:modified>
</cp:coreProperties>
</file>